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13BD9A5-7308-E243-963C-A50DE6B9F0B6}" v="36" dt="2025-12-10T17:26:27.05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76"/>
    <p:restoredTop sz="94656"/>
  </p:normalViewPr>
  <p:slideViewPr>
    <p:cSldViewPr snapToGrid="0">
      <p:cViewPr>
        <p:scale>
          <a:sx n="109" d="100"/>
          <a:sy n="109" d="100"/>
        </p:scale>
        <p:origin x="127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69EE68-791D-8A4D-A6F4-910844E13EE3}" type="datetimeFigureOut">
              <a:rPr lang="en-US" smtClean="0"/>
              <a:t>12/9/25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1DAE21-C8A1-7E47-B201-BF7EBCCD15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9837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1DAE21-C8A1-7E47-B201-BF7EBCCD151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6792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63CFC-AECB-37DB-192E-BDAD20CC68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EA6801-F486-0CF8-9F39-781BD74C21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8082C4-7CBB-7FBA-7194-89DA3473B0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0A7020-6DD7-FC44-8619-9FCEA0CB2A5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C592B3-AE93-8E3A-78F7-91245D91C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F70B0-A4B8-14A2-DFC7-EECFDBD0D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D6A66-4A79-C64A-91AC-7D4D5E98F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2394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1BED2-9503-7B82-6EFB-12906310C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E2EFBC-ABF0-411F-227C-39C1B65827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FD161B-0E36-B9C4-90E6-2A3A4D3094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0A7020-6DD7-FC44-8619-9FCEA0CB2A5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4135D1-0756-B883-D5E1-0F94254C9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9D9F2B-3436-8920-0B15-EAAD74D262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D6A66-4A79-C64A-91AC-7D4D5E98F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28702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ED2E5-256F-4BB9-51CB-2CF4B9EDF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AC9909-62B4-8DFB-3AD1-08D21E1BE1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787AD3-F3AF-09F4-EA2A-C29E967BF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0A7020-6DD7-FC44-8619-9FCEA0CB2A5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54F25C-136D-7A9E-F296-95EA272E5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7385A8-7737-7864-B540-9D29E590D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D6A66-4A79-C64A-91AC-7D4D5E98F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448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17C3E-48EB-F2BD-DAA1-6F330E348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2046C6-FA76-3A1B-54FA-2062C8889B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D2EDAB-36E0-1036-92B2-1B1A2F2381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8B9762-9261-8BD9-797E-AA5F10636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0A7020-6DD7-FC44-8619-9FCEA0CB2A5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DA3762-8923-F2B8-8A00-CC46340BA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FC1210-0088-12C1-AA5E-3A3DC9CF0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D6A66-4A79-C64A-91AC-7D4D5E98F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952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C8C1-0B8C-5BBC-0CCC-FD0C48FAC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8AE203-F766-9B28-D08B-A28C35DED9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8C45AB-F1A6-02F0-CDC5-ADC6A3FACB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BC9066-85DE-9524-A035-A1B5FE130E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9AFE86-AE8A-2853-F12F-7024DFA5BE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B779E-47A8-9666-A716-0C4F89BA27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0A7020-6DD7-FC44-8619-9FCEA0CB2A5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3E3962-2168-26EB-323F-08040047A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F5A633-19B4-F4E5-7EB3-2E56CE91F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D6A66-4A79-C64A-91AC-7D4D5E98F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784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FDB4A-0D10-1292-326B-A71EA0211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47BBA8-A5C4-042B-4440-2A0AC251C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0A7020-6DD7-FC44-8619-9FCEA0CB2A5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62919A-13F3-2A42-162A-EC12234A9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8CAC1D-8D04-FA53-01C8-E0400D30C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D6A66-4A79-C64A-91AC-7D4D5E98F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34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AF9D0F-7A5E-8122-65EE-A79C738FC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0A7020-6DD7-FC44-8619-9FCEA0CB2A5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022879-5106-9358-2070-179617195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4A15AB-2F75-EB5F-AAF2-01CCF6F12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D6A66-4A79-C64A-91AC-7D4D5E98F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340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0C0BE6-7777-AB55-6721-C24255C7FC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E89A64-2A56-2F3C-E69E-6DE3FDB4A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50D4FB-144F-CF5D-5906-867989BD59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BDCC96-743C-EB5F-D2B8-35C37132D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0A7020-6DD7-FC44-8619-9FCEA0CB2A5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F9E510-70B5-A134-1166-7EF2F8F2E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09F879-96D9-0B23-5EFC-9FB6E4AB2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D6A66-4A79-C64A-91AC-7D4D5E98F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4167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44C53-1137-51A3-464F-C64918081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E5DB701-A607-7FE6-CF43-132C6FDCD9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5101BB-97FE-F8A6-C398-C0854FE0A5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53B328-8568-DD54-19E2-3C14D5C3E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0A7020-6DD7-FC44-8619-9FCEA0CB2A5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989085-009F-A6AF-4971-E2CDF10F9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7A0908-F391-E96A-98E1-E3AE5361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D6A66-4A79-C64A-91AC-7D4D5E98F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412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43E4F-FADB-D46D-C959-BD20B0E16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70C482-8680-731D-7649-D7BB387538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D9068D-0E40-4089-6649-73ED2DD2A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0A7020-6DD7-FC44-8619-9FCEA0CB2A5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12CE48-6017-D77F-C887-AEAF79715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17CDEE-DA91-D5DA-B9FD-7891EC5B3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D6A66-4A79-C64A-91AC-7D4D5E98F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906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48DD9E5-1309-0BC9-A937-B04F136D9D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C0534D-276E-DA0A-8917-9481C78E74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B92E42-2EC9-F190-4B7B-BB7E8DA9E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0A7020-6DD7-FC44-8619-9FCEA0CB2A5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BDDD6F-4FE7-DA8F-43A4-98EC539D0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01043C-DB27-870A-59DE-885BDDE39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D6A66-4A79-C64A-91AC-7D4D5E98F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3597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9CE310-EAC4-A5F2-C0A2-29ADBCB23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0EBD6E-8B7E-BAB9-B771-21B53F39AB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A2C53F-4745-ED33-0546-671F7279AB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0A7020-6DD7-FC44-8619-9FCEA0CB2A5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512E42-C410-3C2D-F2AA-C871E800CE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0EED13-EF8E-41E5-182D-8BA61B3C2B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AD6A66-4A79-C64A-91AC-7D4D5E98F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9953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roup 135">
            <a:extLst>
              <a:ext uri="{FF2B5EF4-FFF2-40B4-BE49-F238E27FC236}">
                <a16:creationId xmlns:a16="http://schemas.microsoft.com/office/drawing/2014/main" id="{DB24804F-04AC-FBFD-4DF3-E937095C9E21}"/>
              </a:ext>
            </a:extLst>
          </p:cNvPr>
          <p:cNvGrpSpPr/>
          <p:nvPr/>
        </p:nvGrpSpPr>
        <p:grpSpPr>
          <a:xfrm>
            <a:off x="1542425" y="748072"/>
            <a:ext cx="4770745" cy="4754880"/>
            <a:chOff x="647388" y="1605446"/>
            <a:chExt cx="4770745" cy="4754880"/>
          </a:xfrm>
        </p:grpSpPr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EFB176A8-E1B8-C567-CDD0-6FB64ECA04C9}"/>
                </a:ext>
              </a:extLst>
            </p:cNvPr>
            <p:cNvSpPr/>
            <p:nvPr/>
          </p:nvSpPr>
          <p:spPr>
            <a:xfrm>
              <a:off x="647388" y="1605446"/>
              <a:ext cx="4754880" cy="47548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DE4B2F5B-7D58-1312-724A-A6F9633DF312}"/>
                </a:ext>
              </a:extLst>
            </p:cNvPr>
            <p:cNvGrpSpPr/>
            <p:nvPr/>
          </p:nvGrpSpPr>
          <p:grpSpPr>
            <a:xfrm>
              <a:off x="647388" y="1605446"/>
              <a:ext cx="4770745" cy="4754880"/>
              <a:chOff x="2521908" y="1376846"/>
              <a:chExt cx="4770745" cy="4754880"/>
            </a:xfrm>
          </p:grpSpPr>
          <p:grpSp>
            <p:nvGrpSpPr>
              <p:cNvPr id="139" name="Group 138">
                <a:extLst>
                  <a:ext uri="{FF2B5EF4-FFF2-40B4-BE49-F238E27FC236}">
                    <a16:creationId xmlns:a16="http://schemas.microsoft.com/office/drawing/2014/main" id="{F29967B2-2530-1E30-0CCB-601ECDECF664}"/>
                  </a:ext>
                </a:extLst>
              </p:cNvPr>
              <p:cNvGrpSpPr/>
              <p:nvPr/>
            </p:nvGrpSpPr>
            <p:grpSpPr>
              <a:xfrm>
                <a:off x="2521908" y="1376846"/>
                <a:ext cx="4754880" cy="4754880"/>
                <a:chOff x="704538" y="1514006"/>
                <a:chExt cx="4754880" cy="4754880"/>
              </a:xfrm>
            </p:grpSpPr>
            <p:cxnSp>
              <p:nvCxnSpPr>
                <p:cNvPr id="171" name="Straight Connector 170">
                  <a:extLst>
                    <a:ext uri="{FF2B5EF4-FFF2-40B4-BE49-F238E27FC236}">
                      <a16:creationId xmlns:a16="http://schemas.microsoft.com/office/drawing/2014/main" id="{5AB67796-8122-4FE5-80E0-710CD26942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0453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Straight Connector 171">
                  <a:extLst>
                    <a:ext uri="{FF2B5EF4-FFF2-40B4-BE49-F238E27FC236}">
                      <a16:creationId xmlns:a16="http://schemas.microsoft.com/office/drawing/2014/main" id="{63D59D0A-8486-11ED-24A3-4F022BE787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849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3" name="Straight Connector 172">
                  <a:extLst>
                    <a:ext uri="{FF2B5EF4-FFF2-40B4-BE49-F238E27FC236}">
                      <a16:creationId xmlns:a16="http://schemas.microsoft.com/office/drawing/2014/main" id="{82DF41F4-96B7-D840-7D09-86E89C74E9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642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4" name="Straight Connector 173">
                  <a:extLst>
                    <a:ext uri="{FF2B5EF4-FFF2-40B4-BE49-F238E27FC236}">
                      <a16:creationId xmlns:a16="http://schemas.microsoft.com/office/drawing/2014/main" id="{1E203997-A57F-8144-D89B-829B875ED5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3246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5" name="Straight Connector 174">
                  <a:extLst>
                    <a:ext uri="{FF2B5EF4-FFF2-40B4-BE49-F238E27FC236}">
                      <a16:creationId xmlns:a16="http://schemas.microsoft.com/office/drawing/2014/main" id="{F0F801B4-D5D8-D972-0EA5-D98A4D66B94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6038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6" name="Straight Connector 175">
                  <a:extLst>
                    <a:ext uri="{FF2B5EF4-FFF2-40B4-BE49-F238E27FC236}">
                      <a16:creationId xmlns:a16="http://schemas.microsoft.com/office/drawing/2014/main" id="{A9D03BE2-2F50-3EFB-9A06-1D91259779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2434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7" name="Straight Connector 176">
                  <a:extLst>
                    <a:ext uri="{FF2B5EF4-FFF2-40B4-BE49-F238E27FC236}">
                      <a16:creationId xmlns:a16="http://schemas.microsoft.com/office/drawing/2014/main" id="{5E90A59E-3C52-7E40-DA6B-005D8BCDD2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8830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8" name="Straight Connector 177">
                  <a:extLst>
                    <a:ext uri="{FF2B5EF4-FFF2-40B4-BE49-F238E27FC236}">
                      <a16:creationId xmlns:a16="http://schemas.microsoft.com/office/drawing/2014/main" id="{5DCE8663-F99F-ABF3-FA63-03D69DBF302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85226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Straight Connector 178">
                  <a:extLst>
                    <a:ext uri="{FF2B5EF4-FFF2-40B4-BE49-F238E27FC236}">
                      <a16:creationId xmlns:a16="http://schemas.microsoft.com/office/drawing/2014/main" id="{3A9B2428-4D11-5A3F-BDEC-A6CCE33C23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1622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0" name="Straight Connector 179">
                  <a:extLst>
                    <a:ext uri="{FF2B5EF4-FFF2-40B4-BE49-F238E27FC236}">
                      <a16:creationId xmlns:a16="http://schemas.microsoft.com/office/drawing/2014/main" id="{F622C488-D895-FEC7-4E5F-93407630EB8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80187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1" name="Straight Connector 180">
                  <a:extLst>
                    <a:ext uri="{FF2B5EF4-FFF2-40B4-BE49-F238E27FC236}">
                      <a16:creationId xmlns:a16="http://schemas.microsoft.com/office/drawing/2014/main" id="{B9673807-3E7F-8FFC-E33E-28F0122C30F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4414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Straight Connector 181">
                  <a:extLst>
                    <a:ext uri="{FF2B5EF4-FFF2-40B4-BE49-F238E27FC236}">
                      <a16:creationId xmlns:a16="http://schemas.microsoft.com/office/drawing/2014/main" id="{B6C45176-BB8A-CFE2-DFDE-19DC206F23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0810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3" name="Straight Connector 182">
                  <a:extLst>
                    <a:ext uri="{FF2B5EF4-FFF2-40B4-BE49-F238E27FC236}">
                      <a16:creationId xmlns:a16="http://schemas.microsoft.com/office/drawing/2014/main" id="{DEEEFA8F-C504-F431-BE5D-FBC2502588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7207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4" name="Straight Connector 183">
                  <a:extLst>
                    <a:ext uri="{FF2B5EF4-FFF2-40B4-BE49-F238E27FC236}">
                      <a16:creationId xmlns:a16="http://schemas.microsoft.com/office/drawing/2014/main" id="{F6E76CE3-0254-1A96-800A-0935D0E09C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3603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" name="Straight Connector 184">
                  <a:extLst>
                    <a:ext uri="{FF2B5EF4-FFF2-40B4-BE49-F238E27FC236}">
                      <a16:creationId xmlns:a16="http://schemas.microsoft.com/office/drawing/2014/main" id="{881ED724-01D7-7618-0AE0-5132E15F10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999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6" name="Straight Connector 185">
                  <a:extLst>
                    <a:ext uri="{FF2B5EF4-FFF2-40B4-BE49-F238E27FC236}">
                      <a16:creationId xmlns:a16="http://schemas.microsoft.com/office/drawing/2014/main" id="{39C8B599-0AD7-C1E0-0874-30D567E593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6395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7" name="Straight Connector 186">
                  <a:extLst>
                    <a:ext uri="{FF2B5EF4-FFF2-40B4-BE49-F238E27FC236}">
                      <a16:creationId xmlns:a16="http://schemas.microsoft.com/office/drawing/2014/main" id="{F0CE95FE-AF63-A496-D57C-1B29D7709C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2791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" name="Straight Connector 187">
                  <a:extLst>
                    <a:ext uri="{FF2B5EF4-FFF2-40B4-BE49-F238E27FC236}">
                      <a16:creationId xmlns:a16="http://schemas.microsoft.com/office/drawing/2014/main" id="{1872BAFC-CF21-7BDD-FAA8-B9421DBCE7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9187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9" name="Straight Connector 188">
                  <a:extLst>
                    <a:ext uri="{FF2B5EF4-FFF2-40B4-BE49-F238E27FC236}">
                      <a16:creationId xmlns:a16="http://schemas.microsoft.com/office/drawing/2014/main" id="{5B1FB4CE-D1CF-5298-5485-1D3FC55AA8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5583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0" name="Straight Connector 189">
                  <a:extLst>
                    <a:ext uri="{FF2B5EF4-FFF2-40B4-BE49-F238E27FC236}">
                      <a16:creationId xmlns:a16="http://schemas.microsoft.com/office/drawing/2014/main" id="{3997D01B-1206-5DD5-6E24-EFE24BE3C1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19797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1" name="Straight Connector 190">
                  <a:extLst>
                    <a:ext uri="{FF2B5EF4-FFF2-40B4-BE49-F238E27FC236}">
                      <a16:creationId xmlns:a16="http://schemas.microsoft.com/office/drawing/2014/main" id="{1D5B951E-4027-267B-8A8C-2E06105432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8375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Straight Connector 191">
                  <a:extLst>
                    <a:ext uri="{FF2B5EF4-FFF2-40B4-BE49-F238E27FC236}">
                      <a16:creationId xmlns:a16="http://schemas.microsoft.com/office/drawing/2014/main" id="{B9BEF7FE-EA95-3FD8-7A95-76CC58C1C2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4771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3" name="Straight Connector 192">
                  <a:extLst>
                    <a:ext uri="{FF2B5EF4-FFF2-40B4-BE49-F238E27FC236}">
                      <a16:creationId xmlns:a16="http://schemas.microsoft.com/office/drawing/2014/main" id="{06A9A249-9893-619E-51FB-70046FA863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1168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Straight Connector 193">
                  <a:extLst>
                    <a:ext uri="{FF2B5EF4-FFF2-40B4-BE49-F238E27FC236}">
                      <a16:creationId xmlns:a16="http://schemas.microsoft.com/office/drawing/2014/main" id="{C12793BE-5E44-667E-3B28-57C0E28D11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7564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5" name="Straight Connector 194">
                  <a:extLst>
                    <a:ext uri="{FF2B5EF4-FFF2-40B4-BE49-F238E27FC236}">
                      <a16:creationId xmlns:a16="http://schemas.microsoft.com/office/drawing/2014/main" id="{878B05C2-1ECC-D315-B88D-E0A39E6F1B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0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Straight Connector 195">
                  <a:extLst>
                    <a:ext uri="{FF2B5EF4-FFF2-40B4-BE49-F238E27FC236}">
                      <a16:creationId xmlns:a16="http://schemas.microsoft.com/office/drawing/2014/main" id="{A645B6BF-150D-DFDF-E141-4AD340FB8A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0356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7" name="Straight Connector 196">
                  <a:extLst>
                    <a:ext uri="{FF2B5EF4-FFF2-40B4-BE49-F238E27FC236}">
                      <a16:creationId xmlns:a16="http://schemas.microsoft.com/office/drawing/2014/main" id="{A16A1AA6-AC53-F5D2-784D-5EA3A74088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6752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Straight Connector 197">
                  <a:extLst>
                    <a:ext uri="{FF2B5EF4-FFF2-40B4-BE49-F238E27FC236}">
                      <a16:creationId xmlns:a16="http://schemas.microsoft.com/office/drawing/2014/main" id="{52FE0D51-FF5D-F799-4C1C-7990A7A16B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13148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9" name="Straight Connector 198">
                  <a:extLst>
                    <a:ext uri="{FF2B5EF4-FFF2-40B4-BE49-F238E27FC236}">
                      <a16:creationId xmlns:a16="http://schemas.microsoft.com/office/drawing/2014/main" id="{1B697FB3-E076-0647-2ED7-E4ED69C439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9544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Straight Connector 199">
                  <a:extLst>
                    <a:ext uri="{FF2B5EF4-FFF2-40B4-BE49-F238E27FC236}">
                      <a16:creationId xmlns:a16="http://schemas.microsoft.com/office/drawing/2014/main" id="{8D76E641-C6CF-841A-189D-431B6E6A3A4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5941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0" name="Group 139">
                <a:extLst>
                  <a:ext uri="{FF2B5EF4-FFF2-40B4-BE49-F238E27FC236}">
                    <a16:creationId xmlns:a16="http://schemas.microsoft.com/office/drawing/2014/main" id="{71B92B6E-553A-AC21-59CA-09460589A24B}"/>
                  </a:ext>
                </a:extLst>
              </p:cNvPr>
              <p:cNvGrpSpPr/>
              <p:nvPr/>
            </p:nvGrpSpPr>
            <p:grpSpPr>
              <a:xfrm rot="5400000">
                <a:off x="2537773" y="1376846"/>
                <a:ext cx="4754880" cy="4754880"/>
                <a:chOff x="704538" y="1514006"/>
                <a:chExt cx="4754880" cy="4754880"/>
              </a:xfrm>
            </p:grpSpPr>
            <p:cxnSp>
              <p:nvCxnSpPr>
                <p:cNvPr id="141" name="Straight Connector 140">
                  <a:extLst>
                    <a:ext uri="{FF2B5EF4-FFF2-40B4-BE49-F238E27FC236}">
                      <a16:creationId xmlns:a16="http://schemas.microsoft.com/office/drawing/2014/main" id="{0118AD3B-3F6E-F6D4-C8D2-3A8F419B13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0453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" name="Straight Connector 141">
                  <a:extLst>
                    <a:ext uri="{FF2B5EF4-FFF2-40B4-BE49-F238E27FC236}">
                      <a16:creationId xmlns:a16="http://schemas.microsoft.com/office/drawing/2014/main" id="{9820F936-AFC4-73AB-EF19-3BAF65ADE7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849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" name="Straight Connector 142">
                  <a:extLst>
                    <a:ext uri="{FF2B5EF4-FFF2-40B4-BE49-F238E27FC236}">
                      <a16:creationId xmlns:a16="http://schemas.microsoft.com/office/drawing/2014/main" id="{EDBE57C9-0E02-3086-D48A-0DDDC7B4CC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642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Straight Connector 143">
                  <a:extLst>
                    <a:ext uri="{FF2B5EF4-FFF2-40B4-BE49-F238E27FC236}">
                      <a16:creationId xmlns:a16="http://schemas.microsoft.com/office/drawing/2014/main" id="{86C958E9-3964-F239-6697-B613F52BD0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3246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Straight Connector 144">
                  <a:extLst>
                    <a:ext uri="{FF2B5EF4-FFF2-40B4-BE49-F238E27FC236}">
                      <a16:creationId xmlns:a16="http://schemas.microsoft.com/office/drawing/2014/main" id="{99588B73-8351-E23A-CE1F-C5049813D0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6038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6" name="Straight Connector 145">
                  <a:extLst>
                    <a:ext uri="{FF2B5EF4-FFF2-40B4-BE49-F238E27FC236}">
                      <a16:creationId xmlns:a16="http://schemas.microsoft.com/office/drawing/2014/main" id="{CA26D45A-1A01-C6FC-30DE-2288199DCB7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2434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7" name="Straight Connector 146">
                  <a:extLst>
                    <a:ext uri="{FF2B5EF4-FFF2-40B4-BE49-F238E27FC236}">
                      <a16:creationId xmlns:a16="http://schemas.microsoft.com/office/drawing/2014/main" id="{34C2F8EA-C19D-974D-993F-0A2714F813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8830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8" name="Straight Connector 147">
                  <a:extLst>
                    <a:ext uri="{FF2B5EF4-FFF2-40B4-BE49-F238E27FC236}">
                      <a16:creationId xmlns:a16="http://schemas.microsoft.com/office/drawing/2014/main" id="{2E0F8FC7-6BB0-8C98-6304-7D264F381E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85226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9" name="Straight Connector 148">
                  <a:extLst>
                    <a:ext uri="{FF2B5EF4-FFF2-40B4-BE49-F238E27FC236}">
                      <a16:creationId xmlns:a16="http://schemas.microsoft.com/office/drawing/2014/main" id="{380925A0-AE74-E059-3CF2-6F7C288AD8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1622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0" name="Straight Connector 149">
                  <a:extLst>
                    <a:ext uri="{FF2B5EF4-FFF2-40B4-BE49-F238E27FC236}">
                      <a16:creationId xmlns:a16="http://schemas.microsoft.com/office/drawing/2014/main" id="{DC1DAD7F-21C5-9D20-FCF3-92225D42E8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80187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1" name="Straight Connector 150">
                  <a:extLst>
                    <a:ext uri="{FF2B5EF4-FFF2-40B4-BE49-F238E27FC236}">
                      <a16:creationId xmlns:a16="http://schemas.microsoft.com/office/drawing/2014/main" id="{1933FF5F-CEF8-9BA1-8284-9D38D3F3A4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4414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2" name="Straight Connector 151">
                  <a:extLst>
                    <a:ext uri="{FF2B5EF4-FFF2-40B4-BE49-F238E27FC236}">
                      <a16:creationId xmlns:a16="http://schemas.microsoft.com/office/drawing/2014/main" id="{10ED7844-905B-7108-D5C4-7B9516CE74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0810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3" name="Straight Connector 152">
                  <a:extLst>
                    <a:ext uri="{FF2B5EF4-FFF2-40B4-BE49-F238E27FC236}">
                      <a16:creationId xmlns:a16="http://schemas.microsoft.com/office/drawing/2014/main" id="{93ABE01B-26DC-BA99-4977-B98F41837D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7207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4" name="Straight Connector 153">
                  <a:extLst>
                    <a:ext uri="{FF2B5EF4-FFF2-40B4-BE49-F238E27FC236}">
                      <a16:creationId xmlns:a16="http://schemas.microsoft.com/office/drawing/2014/main" id="{BA96E292-5882-45CC-5FD0-6C00BF43867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3603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5" name="Straight Connector 154">
                  <a:extLst>
                    <a:ext uri="{FF2B5EF4-FFF2-40B4-BE49-F238E27FC236}">
                      <a16:creationId xmlns:a16="http://schemas.microsoft.com/office/drawing/2014/main" id="{351C7A47-A15C-FE15-001F-533086E1EDE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999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6" name="Straight Connector 155">
                  <a:extLst>
                    <a:ext uri="{FF2B5EF4-FFF2-40B4-BE49-F238E27FC236}">
                      <a16:creationId xmlns:a16="http://schemas.microsoft.com/office/drawing/2014/main" id="{B0060A2E-14C5-4228-CE01-A76D197613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6395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7" name="Straight Connector 156">
                  <a:extLst>
                    <a:ext uri="{FF2B5EF4-FFF2-40B4-BE49-F238E27FC236}">
                      <a16:creationId xmlns:a16="http://schemas.microsoft.com/office/drawing/2014/main" id="{BF54E8D3-1414-709B-2675-FE7D02C6D4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2791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8" name="Straight Connector 157">
                  <a:extLst>
                    <a:ext uri="{FF2B5EF4-FFF2-40B4-BE49-F238E27FC236}">
                      <a16:creationId xmlns:a16="http://schemas.microsoft.com/office/drawing/2014/main" id="{E820F981-6573-4AEB-B304-67250A560C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9187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9" name="Straight Connector 158">
                  <a:extLst>
                    <a:ext uri="{FF2B5EF4-FFF2-40B4-BE49-F238E27FC236}">
                      <a16:creationId xmlns:a16="http://schemas.microsoft.com/office/drawing/2014/main" id="{268847DF-D6B6-23DA-D924-192B36B19D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5583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0" name="Straight Connector 159">
                  <a:extLst>
                    <a:ext uri="{FF2B5EF4-FFF2-40B4-BE49-F238E27FC236}">
                      <a16:creationId xmlns:a16="http://schemas.microsoft.com/office/drawing/2014/main" id="{43959A56-1096-084C-B344-CCAD24418FF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19797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1" name="Straight Connector 160">
                  <a:extLst>
                    <a:ext uri="{FF2B5EF4-FFF2-40B4-BE49-F238E27FC236}">
                      <a16:creationId xmlns:a16="http://schemas.microsoft.com/office/drawing/2014/main" id="{3A4DE2DD-1B76-C1E9-C355-20C95BFEF45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8375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2" name="Straight Connector 161">
                  <a:extLst>
                    <a:ext uri="{FF2B5EF4-FFF2-40B4-BE49-F238E27FC236}">
                      <a16:creationId xmlns:a16="http://schemas.microsoft.com/office/drawing/2014/main" id="{695D1426-0EC1-28FD-6E0A-5FBE84BAF8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4771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3" name="Straight Connector 162">
                  <a:extLst>
                    <a:ext uri="{FF2B5EF4-FFF2-40B4-BE49-F238E27FC236}">
                      <a16:creationId xmlns:a16="http://schemas.microsoft.com/office/drawing/2014/main" id="{854A329A-E2A6-4704-A5DF-2783204F36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1168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4" name="Straight Connector 163">
                  <a:extLst>
                    <a:ext uri="{FF2B5EF4-FFF2-40B4-BE49-F238E27FC236}">
                      <a16:creationId xmlns:a16="http://schemas.microsoft.com/office/drawing/2014/main" id="{4CDA0090-88A5-3E52-A9D4-4FB35B9A34F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7564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5" name="Straight Connector 164">
                  <a:extLst>
                    <a:ext uri="{FF2B5EF4-FFF2-40B4-BE49-F238E27FC236}">
                      <a16:creationId xmlns:a16="http://schemas.microsoft.com/office/drawing/2014/main" id="{2A903687-9C7D-806C-0EF2-63967664B0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0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6" name="Straight Connector 165">
                  <a:extLst>
                    <a:ext uri="{FF2B5EF4-FFF2-40B4-BE49-F238E27FC236}">
                      <a16:creationId xmlns:a16="http://schemas.microsoft.com/office/drawing/2014/main" id="{DFB8068C-7725-077E-0186-4E9E104F6A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0356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7" name="Straight Connector 166">
                  <a:extLst>
                    <a:ext uri="{FF2B5EF4-FFF2-40B4-BE49-F238E27FC236}">
                      <a16:creationId xmlns:a16="http://schemas.microsoft.com/office/drawing/2014/main" id="{83029B8A-2FAB-AD8B-808E-E8A85FB45C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6752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8" name="Straight Connector 167">
                  <a:extLst>
                    <a:ext uri="{FF2B5EF4-FFF2-40B4-BE49-F238E27FC236}">
                      <a16:creationId xmlns:a16="http://schemas.microsoft.com/office/drawing/2014/main" id="{BF478E73-21A9-87BA-7872-6146023CB2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13148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9" name="Straight Connector 168">
                  <a:extLst>
                    <a:ext uri="{FF2B5EF4-FFF2-40B4-BE49-F238E27FC236}">
                      <a16:creationId xmlns:a16="http://schemas.microsoft.com/office/drawing/2014/main" id="{9A0E634C-4E98-FF4B-F197-1C864CB77F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9544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0" name="Straight Connector 169">
                  <a:extLst>
                    <a:ext uri="{FF2B5EF4-FFF2-40B4-BE49-F238E27FC236}">
                      <a16:creationId xmlns:a16="http://schemas.microsoft.com/office/drawing/2014/main" id="{95161ED3-9713-4089-7A4F-2193793800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5941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96B27BA-6A54-E0B9-84DC-FFE3274A4D17}"/>
              </a:ext>
            </a:extLst>
          </p:cNvPr>
          <p:cNvGrpSpPr/>
          <p:nvPr/>
        </p:nvGrpSpPr>
        <p:grpSpPr>
          <a:xfrm rot="5400000">
            <a:off x="1147621" y="1168827"/>
            <a:ext cx="4770745" cy="4754880"/>
            <a:chOff x="647388" y="1605446"/>
            <a:chExt cx="4770745" cy="475488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137C1DB2-330D-87B4-C889-2E0A8C9C70BE}"/>
                </a:ext>
              </a:extLst>
            </p:cNvPr>
            <p:cNvSpPr/>
            <p:nvPr/>
          </p:nvSpPr>
          <p:spPr>
            <a:xfrm>
              <a:off x="647388" y="1605446"/>
              <a:ext cx="4754880" cy="47548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F47167D6-D234-3BAA-27CC-12D4A89847AF}"/>
                </a:ext>
              </a:extLst>
            </p:cNvPr>
            <p:cNvGrpSpPr/>
            <p:nvPr/>
          </p:nvGrpSpPr>
          <p:grpSpPr>
            <a:xfrm>
              <a:off x="647388" y="1605446"/>
              <a:ext cx="4770745" cy="4754880"/>
              <a:chOff x="2521908" y="1376846"/>
              <a:chExt cx="4770745" cy="4754880"/>
            </a:xfrm>
          </p:grpSpPr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7C26FFF8-5B87-DA9B-97F2-DB9653D9CA75}"/>
                  </a:ext>
                </a:extLst>
              </p:cNvPr>
              <p:cNvGrpSpPr/>
              <p:nvPr/>
            </p:nvGrpSpPr>
            <p:grpSpPr>
              <a:xfrm>
                <a:off x="2521908" y="1376846"/>
                <a:ext cx="4754880" cy="4754880"/>
                <a:chOff x="704538" y="1514006"/>
                <a:chExt cx="4754880" cy="4754880"/>
              </a:xfrm>
            </p:grpSpPr>
            <p:cxnSp>
              <p:nvCxnSpPr>
                <p:cNvPr id="106" name="Straight Connector 105">
                  <a:extLst>
                    <a:ext uri="{FF2B5EF4-FFF2-40B4-BE49-F238E27FC236}">
                      <a16:creationId xmlns:a16="http://schemas.microsoft.com/office/drawing/2014/main" id="{25B4BED8-ACF3-5DD5-6017-616277C0927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0453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" name="Straight Connector 106">
                  <a:extLst>
                    <a:ext uri="{FF2B5EF4-FFF2-40B4-BE49-F238E27FC236}">
                      <a16:creationId xmlns:a16="http://schemas.microsoft.com/office/drawing/2014/main" id="{7700C0A0-7E0D-18B6-32B4-AA2E65AFFE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849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" name="Straight Connector 107">
                  <a:extLst>
                    <a:ext uri="{FF2B5EF4-FFF2-40B4-BE49-F238E27FC236}">
                      <a16:creationId xmlns:a16="http://schemas.microsoft.com/office/drawing/2014/main" id="{0F329B22-9076-31CB-8107-BC64A9B33D2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642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Straight Connector 108">
                  <a:extLst>
                    <a:ext uri="{FF2B5EF4-FFF2-40B4-BE49-F238E27FC236}">
                      <a16:creationId xmlns:a16="http://schemas.microsoft.com/office/drawing/2014/main" id="{4FAFE79D-10C7-E5DF-49D4-7DD5EDEB37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3246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Straight Connector 109">
                  <a:extLst>
                    <a:ext uri="{FF2B5EF4-FFF2-40B4-BE49-F238E27FC236}">
                      <a16:creationId xmlns:a16="http://schemas.microsoft.com/office/drawing/2014/main" id="{47A541E1-4F00-F67F-3E5B-C940B4C35D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6038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Straight Connector 110">
                  <a:extLst>
                    <a:ext uri="{FF2B5EF4-FFF2-40B4-BE49-F238E27FC236}">
                      <a16:creationId xmlns:a16="http://schemas.microsoft.com/office/drawing/2014/main" id="{2AA0987A-6461-A62D-5170-1E1AB623E3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2434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Straight Connector 111">
                  <a:extLst>
                    <a:ext uri="{FF2B5EF4-FFF2-40B4-BE49-F238E27FC236}">
                      <a16:creationId xmlns:a16="http://schemas.microsoft.com/office/drawing/2014/main" id="{8773FFBD-AF08-811E-E95B-ECC42042668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8830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Straight Connector 112">
                  <a:extLst>
                    <a:ext uri="{FF2B5EF4-FFF2-40B4-BE49-F238E27FC236}">
                      <a16:creationId xmlns:a16="http://schemas.microsoft.com/office/drawing/2014/main" id="{87773ADD-51B9-FB22-7F5D-E1CC21CF12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85226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Straight Connector 113">
                  <a:extLst>
                    <a:ext uri="{FF2B5EF4-FFF2-40B4-BE49-F238E27FC236}">
                      <a16:creationId xmlns:a16="http://schemas.microsoft.com/office/drawing/2014/main" id="{5CFFF0DB-8B0B-BB43-ED44-B3A2B14F5A3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1622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" name="Straight Connector 114">
                  <a:extLst>
                    <a:ext uri="{FF2B5EF4-FFF2-40B4-BE49-F238E27FC236}">
                      <a16:creationId xmlns:a16="http://schemas.microsoft.com/office/drawing/2014/main" id="{36715854-68BA-65F1-3659-09E5A09137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80187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Straight Connector 115">
                  <a:extLst>
                    <a:ext uri="{FF2B5EF4-FFF2-40B4-BE49-F238E27FC236}">
                      <a16:creationId xmlns:a16="http://schemas.microsoft.com/office/drawing/2014/main" id="{079BA72C-CA58-5563-1CE1-3F604BDC8D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4414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" name="Straight Connector 116">
                  <a:extLst>
                    <a:ext uri="{FF2B5EF4-FFF2-40B4-BE49-F238E27FC236}">
                      <a16:creationId xmlns:a16="http://schemas.microsoft.com/office/drawing/2014/main" id="{4A01FC81-466C-B540-7084-E0D788AFB1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0810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" name="Straight Connector 117">
                  <a:extLst>
                    <a:ext uri="{FF2B5EF4-FFF2-40B4-BE49-F238E27FC236}">
                      <a16:creationId xmlns:a16="http://schemas.microsoft.com/office/drawing/2014/main" id="{8C9DF144-3AF1-274D-D089-078031A971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7207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9" name="Straight Connector 118">
                  <a:extLst>
                    <a:ext uri="{FF2B5EF4-FFF2-40B4-BE49-F238E27FC236}">
                      <a16:creationId xmlns:a16="http://schemas.microsoft.com/office/drawing/2014/main" id="{FF78ACF5-9E9A-F2B0-34D8-500B3EC2961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3603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0" name="Straight Connector 119">
                  <a:extLst>
                    <a:ext uri="{FF2B5EF4-FFF2-40B4-BE49-F238E27FC236}">
                      <a16:creationId xmlns:a16="http://schemas.microsoft.com/office/drawing/2014/main" id="{86AC070A-26FF-2091-8F98-66B40834BB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999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1" name="Straight Connector 120">
                  <a:extLst>
                    <a:ext uri="{FF2B5EF4-FFF2-40B4-BE49-F238E27FC236}">
                      <a16:creationId xmlns:a16="http://schemas.microsoft.com/office/drawing/2014/main" id="{EB3E9BB1-FF48-B820-577F-3DEFE88E52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6395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2" name="Straight Connector 121">
                  <a:extLst>
                    <a:ext uri="{FF2B5EF4-FFF2-40B4-BE49-F238E27FC236}">
                      <a16:creationId xmlns:a16="http://schemas.microsoft.com/office/drawing/2014/main" id="{AF64DF73-CFAC-EE0E-7E3E-1EB81E31C5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2791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3" name="Straight Connector 122">
                  <a:extLst>
                    <a:ext uri="{FF2B5EF4-FFF2-40B4-BE49-F238E27FC236}">
                      <a16:creationId xmlns:a16="http://schemas.microsoft.com/office/drawing/2014/main" id="{209CB408-DC23-9522-49D5-84F48C44B8A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9187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4" name="Straight Connector 123">
                  <a:extLst>
                    <a:ext uri="{FF2B5EF4-FFF2-40B4-BE49-F238E27FC236}">
                      <a16:creationId xmlns:a16="http://schemas.microsoft.com/office/drawing/2014/main" id="{4E07CAEA-D14D-A139-674A-25EEC05C29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5583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5" name="Straight Connector 124">
                  <a:extLst>
                    <a:ext uri="{FF2B5EF4-FFF2-40B4-BE49-F238E27FC236}">
                      <a16:creationId xmlns:a16="http://schemas.microsoft.com/office/drawing/2014/main" id="{DEC1CB10-32B6-AAC7-5B6C-614CA7C563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19797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Straight Connector 125">
                  <a:extLst>
                    <a:ext uri="{FF2B5EF4-FFF2-40B4-BE49-F238E27FC236}">
                      <a16:creationId xmlns:a16="http://schemas.microsoft.com/office/drawing/2014/main" id="{ED9BC6C7-0931-8846-34E5-338DE7C74B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8375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" name="Straight Connector 126">
                  <a:extLst>
                    <a:ext uri="{FF2B5EF4-FFF2-40B4-BE49-F238E27FC236}">
                      <a16:creationId xmlns:a16="http://schemas.microsoft.com/office/drawing/2014/main" id="{8EE2C490-8459-1B5E-6B41-C20E88A6AD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4771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Straight Connector 127">
                  <a:extLst>
                    <a:ext uri="{FF2B5EF4-FFF2-40B4-BE49-F238E27FC236}">
                      <a16:creationId xmlns:a16="http://schemas.microsoft.com/office/drawing/2014/main" id="{65271482-A36D-2AD4-EFA7-2AE69681C0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1168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9" name="Straight Connector 128">
                  <a:extLst>
                    <a:ext uri="{FF2B5EF4-FFF2-40B4-BE49-F238E27FC236}">
                      <a16:creationId xmlns:a16="http://schemas.microsoft.com/office/drawing/2014/main" id="{230D250D-CBBF-E3F0-4352-C63263BC80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7564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0" name="Straight Connector 129">
                  <a:extLst>
                    <a:ext uri="{FF2B5EF4-FFF2-40B4-BE49-F238E27FC236}">
                      <a16:creationId xmlns:a16="http://schemas.microsoft.com/office/drawing/2014/main" id="{220D39F8-E75F-3C72-50D5-DBCFE017CB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0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Straight Connector 130">
                  <a:extLst>
                    <a:ext uri="{FF2B5EF4-FFF2-40B4-BE49-F238E27FC236}">
                      <a16:creationId xmlns:a16="http://schemas.microsoft.com/office/drawing/2014/main" id="{D12E613E-B043-991A-88DF-FA344D0296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0356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Straight Connector 131">
                  <a:extLst>
                    <a:ext uri="{FF2B5EF4-FFF2-40B4-BE49-F238E27FC236}">
                      <a16:creationId xmlns:a16="http://schemas.microsoft.com/office/drawing/2014/main" id="{970BC9CE-1796-39EB-A3DE-A1AE614412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6752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3" name="Straight Connector 132">
                  <a:extLst>
                    <a:ext uri="{FF2B5EF4-FFF2-40B4-BE49-F238E27FC236}">
                      <a16:creationId xmlns:a16="http://schemas.microsoft.com/office/drawing/2014/main" id="{695084C5-3615-0088-88D6-2D5CB46EC9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13148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4" name="Straight Connector 133">
                  <a:extLst>
                    <a:ext uri="{FF2B5EF4-FFF2-40B4-BE49-F238E27FC236}">
                      <a16:creationId xmlns:a16="http://schemas.microsoft.com/office/drawing/2014/main" id="{87AEB56F-B457-991B-55AE-B40ECD94D8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9544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5" name="Straight Connector 134">
                  <a:extLst>
                    <a:ext uri="{FF2B5EF4-FFF2-40B4-BE49-F238E27FC236}">
                      <a16:creationId xmlns:a16="http://schemas.microsoft.com/office/drawing/2014/main" id="{C37A1308-0D45-A352-845F-227F9667BE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5941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5" name="Group 74">
                <a:extLst>
                  <a:ext uri="{FF2B5EF4-FFF2-40B4-BE49-F238E27FC236}">
                    <a16:creationId xmlns:a16="http://schemas.microsoft.com/office/drawing/2014/main" id="{6B357E5C-F7C9-C123-26F1-3194E744A536}"/>
                  </a:ext>
                </a:extLst>
              </p:cNvPr>
              <p:cNvGrpSpPr/>
              <p:nvPr/>
            </p:nvGrpSpPr>
            <p:grpSpPr>
              <a:xfrm rot="5400000">
                <a:off x="2537773" y="1376846"/>
                <a:ext cx="4754880" cy="4754880"/>
                <a:chOff x="704538" y="1514006"/>
                <a:chExt cx="4754880" cy="4754880"/>
              </a:xfrm>
            </p:grpSpPr>
            <p:cxnSp>
              <p:nvCxnSpPr>
                <p:cNvPr id="76" name="Straight Connector 75">
                  <a:extLst>
                    <a:ext uri="{FF2B5EF4-FFF2-40B4-BE49-F238E27FC236}">
                      <a16:creationId xmlns:a16="http://schemas.microsoft.com/office/drawing/2014/main" id="{406AEF92-A7C7-E1F7-96F0-7DABDAF5553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0453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Straight Connector 76">
                  <a:extLst>
                    <a:ext uri="{FF2B5EF4-FFF2-40B4-BE49-F238E27FC236}">
                      <a16:creationId xmlns:a16="http://schemas.microsoft.com/office/drawing/2014/main" id="{ABF585E5-B66F-CA71-56AC-E2C77021A3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849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Straight Connector 77">
                  <a:extLst>
                    <a:ext uri="{FF2B5EF4-FFF2-40B4-BE49-F238E27FC236}">
                      <a16:creationId xmlns:a16="http://schemas.microsoft.com/office/drawing/2014/main" id="{18447DEF-DCD6-3602-8534-0C0207753F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642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30C0EFBC-7B7D-71A2-CD37-4D8BEC03FF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3246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DF03F254-3DB6-82B5-0C18-6FB9CA38FA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6038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FB5EC10F-0AD0-FE81-ADAE-1BCEBE291B7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2434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25E784D5-112C-BFD9-C2AE-62454D704F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8830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89BA1245-E617-5BD4-E2AA-1E4B2C5EB44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85226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70BCEC07-1550-184D-7090-87AD5D3968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1622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Straight Connector 84">
                  <a:extLst>
                    <a:ext uri="{FF2B5EF4-FFF2-40B4-BE49-F238E27FC236}">
                      <a16:creationId xmlns:a16="http://schemas.microsoft.com/office/drawing/2014/main" id="{1353B190-B4FF-B6EA-4E2C-BE3698BCEF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80187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Straight Connector 85">
                  <a:extLst>
                    <a:ext uri="{FF2B5EF4-FFF2-40B4-BE49-F238E27FC236}">
                      <a16:creationId xmlns:a16="http://schemas.microsoft.com/office/drawing/2014/main" id="{E44B7AE7-00A1-C14A-6D97-F29AEB7B06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4414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Straight Connector 86">
                  <a:extLst>
                    <a:ext uri="{FF2B5EF4-FFF2-40B4-BE49-F238E27FC236}">
                      <a16:creationId xmlns:a16="http://schemas.microsoft.com/office/drawing/2014/main" id="{79594F66-107C-9D91-D033-F7B3CEFA3F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0810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EF989658-BFDD-ACFB-DE01-07710E9B616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7207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D7E76A86-8A1A-B6E3-2562-72C0BA3FEE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3603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Straight Connector 89">
                  <a:extLst>
                    <a:ext uri="{FF2B5EF4-FFF2-40B4-BE49-F238E27FC236}">
                      <a16:creationId xmlns:a16="http://schemas.microsoft.com/office/drawing/2014/main" id="{BCCA5D50-9404-9C58-AB82-FC3CF7FEFD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999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06F3B4A4-5A72-7CD1-6C54-3132CE84DA5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6395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1D6C1048-64FE-2B0C-10AA-56970C5F68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2791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Straight Connector 92">
                  <a:extLst>
                    <a:ext uri="{FF2B5EF4-FFF2-40B4-BE49-F238E27FC236}">
                      <a16:creationId xmlns:a16="http://schemas.microsoft.com/office/drawing/2014/main" id="{24BA85ED-C260-56F7-6629-5F1779EE807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9187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4" name="Straight Connector 93">
                  <a:extLst>
                    <a:ext uri="{FF2B5EF4-FFF2-40B4-BE49-F238E27FC236}">
                      <a16:creationId xmlns:a16="http://schemas.microsoft.com/office/drawing/2014/main" id="{B3F12751-68A8-D0CE-7CB6-6AC9642C04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5583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5" name="Straight Connector 94">
                  <a:extLst>
                    <a:ext uri="{FF2B5EF4-FFF2-40B4-BE49-F238E27FC236}">
                      <a16:creationId xmlns:a16="http://schemas.microsoft.com/office/drawing/2014/main" id="{59A1CFB6-E57A-7D78-E68E-6D0B8BB611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19797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5CC7D42D-A6A3-974E-2175-B10D668A73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8375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7" name="Straight Connector 96">
                  <a:extLst>
                    <a:ext uri="{FF2B5EF4-FFF2-40B4-BE49-F238E27FC236}">
                      <a16:creationId xmlns:a16="http://schemas.microsoft.com/office/drawing/2014/main" id="{37FB69BE-29EC-DB82-0682-3FABA1E3F5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4771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8" name="Straight Connector 97">
                  <a:extLst>
                    <a:ext uri="{FF2B5EF4-FFF2-40B4-BE49-F238E27FC236}">
                      <a16:creationId xmlns:a16="http://schemas.microsoft.com/office/drawing/2014/main" id="{EDD8C6C1-C834-FD02-FD14-1E388C2A73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1168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2370BA61-65F5-0D34-2496-9E63264260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7564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399E5D76-5578-343C-4616-C3E226E64E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0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F50250F4-1E2E-907A-4FD5-34255D2A4B8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0356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3AFE745E-7EB5-36F1-D831-B839A52DE3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6752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" name="Straight Connector 102">
                  <a:extLst>
                    <a:ext uri="{FF2B5EF4-FFF2-40B4-BE49-F238E27FC236}">
                      <a16:creationId xmlns:a16="http://schemas.microsoft.com/office/drawing/2014/main" id="{139F534B-149B-E0E2-9BA1-1D7E3D4CB8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13148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Straight Connector 103">
                  <a:extLst>
                    <a:ext uri="{FF2B5EF4-FFF2-40B4-BE49-F238E27FC236}">
                      <a16:creationId xmlns:a16="http://schemas.microsoft.com/office/drawing/2014/main" id="{0BC3B472-1A6E-7F98-3572-AE7D1FF563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9544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Straight Connector 104">
                  <a:extLst>
                    <a:ext uri="{FF2B5EF4-FFF2-40B4-BE49-F238E27FC236}">
                      <a16:creationId xmlns:a16="http://schemas.microsoft.com/office/drawing/2014/main" id="{BB1416E4-AB96-4E6A-FF31-4301D111AF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5941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9F5457B9-BAC6-D271-A0B2-B812EF9D2313}"/>
              </a:ext>
            </a:extLst>
          </p:cNvPr>
          <p:cNvGrpSpPr/>
          <p:nvPr/>
        </p:nvGrpSpPr>
        <p:grpSpPr>
          <a:xfrm>
            <a:off x="647388" y="1605446"/>
            <a:ext cx="4770745" cy="4754880"/>
            <a:chOff x="647388" y="1605446"/>
            <a:chExt cx="4770745" cy="4754880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B25129E3-61DF-9C22-2FBF-C1A28CE59617}"/>
                </a:ext>
              </a:extLst>
            </p:cNvPr>
            <p:cNvSpPr/>
            <p:nvPr/>
          </p:nvSpPr>
          <p:spPr>
            <a:xfrm>
              <a:off x="647388" y="1605446"/>
              <a:ext cx="4754880" cy="47548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89D401A5-33D4-63C8-9445-04DF4FBA6599}"/>
                </a:ext>
              </a:extLst>
            </p:cNvPr>
            <p:cNvGrpSpPr/>
            <p:nvPr/>
          </p:nvGrpSpPr>
          <p:grpSpPr>
            <a:xfrm>
              <a:off x="647388" y="1605446"/>
              <a:ext cx="4770745" cy="4754880"/>
              <a:chOff x="2521908" y="1376846"/>
              <a:chExt cx="4770745" cy="4754880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2885E14E-AABE-9710-2C8A-706B3650C7B7}"/>
                  </a:ext>
                </a:extLst>
              </p:cNvPr>
              <p:cNvGrpSpPr/>
              <p:nvPr/>
            </p:nvGrpSpPr>
            <p:grpSpPr>
              <a:xfrm>
                <a:off x="2521908" y="1376846"/>
                <a:ext cx="4754880" cy="4754880"/>
                <a:chOff x="704538" y="1514006"/>
                <a:chExt cx="4754880" cy="4754880"/>
              </a:xfrm>
            </p:grpSpPr>
            <p:cxnSp>
              <p:nvCxnSpPr>
                <p:cNvPr id="6" name="Straight Connector 5">
                  <a:extLst>
                    <a:ext uri="{FF2B5EF4-FFF2-40B4-BE49-F238E27FC236}">
                      <a16:creationId xmlns:a16="http://schemas.microsoft.com/office/drawing/2014/main" id="{4C68095E-B9D9-6E4E-6F2D-D6186BF1D1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0453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" name="Straight Connector 6">
                  <a:extLst>
                    <a:ext uri="{FF2B5EF4-FFF2-40B4-BE49-F238E27FC236}">
                      <a16:creationId xmlns:a16="http://schemas.microsoft.com/office/drawing/2014/main" id="{A003ACCA-1566-70FC-1522-DE3C364C58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849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" name="Straight Connector 7">
                  <a:extLst>
                    <a:ext uri="{FF2B5EF4-FFF2-40B4-BE49-F238E27FC236}">
                      <a16:creationId xmlns:a16="http://schemas.microsoft.com/office/drawing/2014/main" id="{0D42B997-83E7-185B-7AE1-6E7F7EE42C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642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302372FC-53A3-14FD-8226-2B152EE3A2F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3246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91078AC8-FF0B-E435-F3F4-2B56DE402F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6038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535625C0-E48A-878C-E8CC-81959C69FD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2434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D095A15E-DCA3-E9B2-EC67-C3B3DCD86E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8830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2BC0FE33-457C-05C1-ACA5-69DA4E05DE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85226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EE42CA44-4FE5-0E42-D2B9-B5752C0BEB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1622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DC6C8171-B978-5CD7-C524-ADA85F135A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80187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EC971F77-CB9E-046C-A499-FDA558207C4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4414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4DAE04C9-47E2-ABCE-BD85-DD0664545D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0810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C397FD99-653F-712A-F3B7-F9AB83EBE5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7207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99DE39DB-4FF0-84E4-2966-82EAD9C8880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3603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DB489B2C-FF97-8670-C2AD-34A0BDDBE1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999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1A3AFA7C-2769-84F5-090E-530B0E3C86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6395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604AD232-2228-F5CA-B1F6-C253BCA5E85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2791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A5E7030A-6D6D-F47A-434F-16873D1C35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9187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0D9C6203-D846-73B0-A42D-B909AB55AE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5583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D12F0A11-A445-F8A5-245B-7EC85C4677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19797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F85B418E-0331-30C5-E495-6D58BC12EE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8375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E7005EC9-82D1-B7C4-35C8-8E29A9DFA8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4771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E9A248D3-B213-96F9-DD4B-AD23F6AA08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1168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65AA523B-8259-A6A3-B927-DFADC8A6B2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7564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93E62909-6F04-F965-CF76-2FD6997759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0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24F62824-474F-30FC-4D3D-265C2506A7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0356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09E35B3C-7662-894E-DE08-A078D9857A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6752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05D5571C-A368-0489-1406-0E34FB238F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13148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E7DEFD35-F859-22D4-D963-B333CBEDDC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9544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7C4EE944-A188-B8CE-44C6-75BDD1F1F0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5941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58570820-C3E3-600E-F0AE-262F10A6B55C}"/>
                  </a:ext>
                </a:extLst>
              </p:cNvPr>
              <p:cNvGrpSpPr/>
              <p:nvPr/>
            </p:nvGrpSpPr>
            <p:grpSpPr>
              <a:xfrm rot="5400000">
                <a:off x="2537773" y="1376846"/>
                <a:ext cx="4754880" cy="4754880"/>
                <a:chOff x="704538" y="1514006"/>
                <a:chExt cx="4754880" cy="4754880"/>
              </a:xfrm>
            </p:grpSpPr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DD45F5FC-8CA1-D1E1-038A-CBA9CF631A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0453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5CDC0CEF-4303-57D6-B212-D505C00ECE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849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4638D136-7B41-2D15-7525-3BCB6D1427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642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BE2E1E44-E079-FC4F-A016-D2FA327D33A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3246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AE4E9E45-8E91-B282-8FFD-7A59FBE5F1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6038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9A87B0FA-100B-FBA1-D0C7-5099901B02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2434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F7D20B01-31AA-285D-DD8D-786C0B5ED5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8830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B212A913-D9F5-810D-E20B-BC937F05D6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85226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045F99CC-0A81-463A-A224-59BD1D5503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1622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6D0CEB95-925B-D8B3-3F94-BBF19FDFF0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80187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B171F7BC-003D-D077-FCF4-8895824BC7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4414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95F0DBB1-75FE-BDFD-A745-BCDA4BC224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0810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A4F1A8B5-7026-12CC-6357-84B5255B72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7207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DDC7C978-A24B-E3F1-CDC9-645FCAB4520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3603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B19F2193-7569-5E72-860E-15B2760DCD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999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8BBD10B9-C037-33E9-442F-0187AD4264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6395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84B4C084-8804-5A20-8DA6-22F13748838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2791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>
                  <a:extLst>
                    <a:ext uri="{FF2B5EF4-FFF2-40B4-BE49-F238E27FC236}">
                      <a16:creationId xmlns:a16="http://schemas.microsoft.com/office/drawing/2014/main" id="{F4DD8BB2-63C3-25A8-A7D2-6B0B131FB5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9187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>
                  <a:extLst>
                    <a:ext uri="{FF2B5EF4-FFF2-40B4-BE49-F238E27FC236}">
                      <a16:creationId xmlns:a16="http://schemas.microsoft.com/office/drawing/2014/main" id="{BE559C45-6DD3-8521-093D-604B58A843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5583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563D6E1B-1311-0078-65A1-D819EA2C57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19797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1C14174F-3052-B08C-B6F9-2E6A767C5D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8375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9C478FDD-1E68-5265-7DBB-CDF57E9B78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47719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C781D6CE-C999-E1A6-29EF-BA1857DE74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11680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6D601435-625D-9216-DE26-98FCAD2717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75641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FD7485A4-DCD4-73DE-385F-64F36088F2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02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1952D057-77C4-E812-F0AC-4A85EA646B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03563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AADDF447-1846-9906-3E30-01B13A228B3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67524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0EF1C051-A014-7E73-EAC3-23B5220D25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131485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83301470-03B2-A9C2-A259-D060675D58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95446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BF41173C-0C72-DFB5-D6C1-239AE051665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59418" y="1514006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4175720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6" name="Group 195">
            <a:extLst>
              <a:ext uri="{FF2B5EF4-FFF2-40B4-BE49-F238E27FC236}">
                <a16:creationId xmlns:a16="http://schemas.microsoft.com/office/drawing/2014/main" id="{626453D2-FEFF-FBF1-0817-537ED845F788}"/>
              </a:ext>
            </a:extLst>
          </p:cNvPr>
          <p:cNvGrpSpPr/>
          <p:nvPr/>
        </p:nvGrpSpPr>
        <p:grpSpPr>
          <a:xfrm rot="5400000">
            <a:off x="1518296" y="991078"/>
            <a:ext cx="4080510" cy="4080510"/>
            <a:chOff x="720090" y="1428750"/>
            <a:chExt cx="4789172" cy="4754880"/>
          </a:xfrm>
        </p:grpSpPr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DA5DA0A2-3243-9F26-272D-8565E16AF6E5}"/>
                </a:ext>
              </a:extLst>
            </p:cNvPr>
            <p:cNvSpPr/>
            <p:nvPr/>
          </p:nvSpPr>
          <p:spPr>
            <a:xfrm>
              <a:off x="720090" y="1428750"/>
              <a:ext cx="4754880" cy="4754880"/>
            </a:xfrm>
            <a:prstGeom prst="rect">
              <a:avLst/>
            </a:prstGeom>
            <a:solidFill>
              <a:schemeClr val="bg1"/>
            </a:solidFill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98" name="Group 197">
              <a:extLst>
                <a:ext uri="{FF2B5EF4-FFF2-40B4-BE49-F238E27FC236}">
                  <a16:creationId xmlns:a16="http://schemas.microsoft.com/office/drawing/2014/main" id="{F02489EA-4F0A-B1C4-0901-EDC4B94DC17A}"/>
                </a:ext>
              </a:extLst>
            </p:cNvPr>
            <p:cNvGrpSpPr/>
            <p:nvPr/>
          </p:nvGrpSpPr>
          <p:grpSpPr>
            <a:xfrm>
              <a:off x="754381" y="1428750"/>
              <a:ext cx="4754881" cy="4754880"/>
              <a:chOff x="720089" y="1428750"/>
              <a:chExt cx="4754881" cy="4754880"/>
            </a:xfrm>
          </p:grpSpPr>
          <p:grpSp>
            <p:nvGrpSpPr>
              <p:cNvPr id="199" name="Group 198">
                <a:extLst>
                  <a:ext uri="{FF2B5EF4-FFF2-40B4-BE49-F238E27FC236}">
                    <a16:creationId xmlns:a16="http://schemas.microsoft.com/office/drawing/2014/main" id="{2C58BC9B-7145-3202-D2C2-6CDA296CFF41}"/>
                  </a:ext>
                </a:extLst>
              </p:cNvPr>
              <p:cNvGrpSpPr/>
              <p:nvPr/>
            </p:nvGrpSpPr>
            <p:grpSpPr>
              <a:xfrm>
                <a:off x="720090" y="1428750"/>
                <a:ext cx="4754880" cy="4754880"/>
                <a:chOff x="720090" y="1428750"/>
                <a:chExt cx="4754880" cy="4754880"/>
              </a:xfrm>
            </p:grpSpPr>
            <p:cxnSp>
              <p:nvCxnSpPr>
                <p:cNvPr id="222" name="Straight Connector 221">
                  <a:extLst>
                    <a:ext uri="{FF2B5EF4-FFF2-40B4-BE49-F238E27FC236}">
                      <a16:creationId xmlns:a16="http://schemas.microsoft.com/office/drawing/2014/main" id="{B8843DCF-546D-67F3-34C1-A4775B127E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009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3" name="Straight Connector 222">
                  <a:extLst>
                    <a:ext uri="{FF2B5EF4-FFF2-40B4-BE49-F238E27FC236}">
                      <a16:creationId xmlns:a16="http://schemas.microsoft.com/office/drawing/2014/main" id="{004B68E1-52A6-A802-B989-C286026564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5783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4" name="Straight Connector 223">
                  <a:extLst>
                    <a:ext uri="{FF2B5EF4-FFF2-40B4-BE49-F238E27FC236}">
                      <a16:creationId xmlns:a16="http://schemas.microsoft.com/office/drawing/2014/main" id="{2B0B5802-B17C-8B7D-7525-25B440D0D55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557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5" name="Straight Connector 224">
                  <a:extLst>
                    <a:ext uri="{FF2B5EF4-FFF2-40B4-BE49-F238E27FC236}">
                      <a16:creationId xmlns:a16="http://schemas.microsoft.com/office/drawing/2014/main" id="{674944A1-4976-88BB-7DA5-5F1D5F2404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3332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6" name="Straight Connector 225">
                  <a:extLst>
                    <a:ext uri="{FF2B5EF4-FFF2-40B4-BE49-F238E27FC236}">
                      <a16:creationId xmlns:a16="http://schemas.microsoft.com/office/drawing/2014/main" id="{D0BB9CFF-DF1C-9AD5-5FF0-F4C86AE7DA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7106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7" name="Straight Connector 226">
                  <a:extLst>
                    <a:ext uri="{FF2B5EF4-FFF2-40B4-BE49-F238E27FC236}">
                      <a16:creationId xmlns:a16="http://schemas.microsoft.com/office/drawing/2014/main" id="{36A6CED6-FF64-0466-2750-6B167798E1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0881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8" name="Straight Connector 227">
                  <a:extLst>
                    <a:ext uri="{FF2B5EF4-FFF2-40B4-BE49-F238E27FC236}">
                      <a16:creationId xmlns:a16="http://schemas.microsoft.com/office/drawing/2014/main" id="{6D2A05C9-8D73-7852-84FE-8370CC8307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4655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9" name="Straight Connector 228">
                  <a:extLst>
                    <a:ext uri="{FF2B5EF4-FFF2-40B4-BE49-F238E27FC236}">
                      <a16:creationId xmlns:a16="http://schemas.microsoft.com/office/drawing/2014/main" id="{26997505-DFA2-A13D-5075-6E214C7E70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8429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0" name="Straight Connector 229">
                  <a:extLst>
                    <a:ext uri="{FF2B5EF4-FFF2-40B4-BE49-F238E27FC236}">
                      <a16:creationId xmlns:a16="http://schemas.microsoft.com/office/drawing/2014/main" id="{81B20B1C-1BEF-EE18-28EA-B5E69F451B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2204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1" name="Straight Connector 230">
                  <a:extLst>
                    <a:ext uri="{FF2B5EF4-FFF2-40B4-BE49-F238E27FC236}">
                      <a16:creationId xmlns:a16="http://schemas.microsoft.com/office/drawing/2014/main" id="{E6F381A2-E234-F6DC-E8FD-C375438791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5978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2" name="Straight Connector 231">
                  <a:extLst>
                    <a:ext uri="{FF2B5EF4-FFF2-40B4-BE49-F238E27FC236}">
                      <a16:creationId xmlns:a16="http://schemas.microsoft.com/office/drawing/2014/main" id="{B7052229-A286-4D35-5913-EA45523739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9753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3" name="Straight Connector 232">
                  <a:extLst>
                    <a:ext uri="{FF2B5EF4-FFF2-40B4-BE49-F238E27FC236}">
                      <a16:creationId xmlns:a16="http://schemas.microsoft.com/office/drawing/2014/main" id="{D8DDFF32-A311-1720-D26D-456F27626D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527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" name="Straight Connector 233">
                  <a:extLst>
                    <a:ext uri="{FF2B5EF4-FFF2-40B4-BE49-F238E27FC236}">
                      <a16:creationId xmlns:a16="http://schemas.microsoft.com/office/drawing/2014/main" id="{BC5D860E-04C9-2F45-9422-D353233DF0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7301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5" name="Straight Connector 234">
                  <a:extLst>
                    <a:ext uri="{FF2B5EF4-FFF2-40B4-BE49-F238E27FC236}">
                      <a16:creationId xmlns:a16="http://schemas.microsoft.com/office/drawing/2014/main" id="{86ABAB2F-E088-4B1E-6410-3F1704AA86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1076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6" name="Straight Connector 235">
                  <a:extLst>
                    <a:ext uri="{FF2B5EF4-FFF2-40B4-BE49-F238E27FC236}">
                      <a16:creationId xmlns:a16="http://schemas.microsoft.com/office/drawing/2014/main" id="{7B7756CC-B26F-EBF4-42A6-0496DD163C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850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7" name="Straight Connector 236">
                  <a:extLst>
                    <a:ext uri="{FF2B5EF4-FFF2-40B4-BE49-F238E27FC236}">
                      <a16:creationId xmlns:a16="http://schemas.microsoft.com/office/drawing/2014/main" id="{BB0F1099-7454-35C4-CEE4-51D9EC8773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8625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8" name="Straight Connector 237">
                  <a:extLst>
                    <a:ext uri="{FF2B5EF4-FFF2-40B4-BE49-F238E27FC236}">
                      <a16:creationId xmlns:a16="http://schemas.microsoft.com/office/drawing/2014/main" id="{C8C5A91C-FBD8-CB7A-0D84-44E30834D3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2399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9" name="Straight Connector 238">
                  <a:extLst>
                    <a:ext uri="{FF2B5EF4-FFF2-40B4-BE49-F238E27FC236}">
                      <a16:creationId xmlns:a16="http://schemas.microsoft.com/office/drawing/2014/main" id="{140F39F1-D509-1278-B4DD-71FD37EF11B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6173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0" name="Straight Connector 239">
                  <a:extLst>
                    <a:ext uri="{FF2B5EF4-FFF2-40B4-BE49-F238E27FC236}">
                      <a16:creationId xmlns:a16="http://schemas.microsoft.com/office/drawing/2014/main" id="{54467E24-C982-BEFA-3D13-411AC1B7DE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9948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1" name="Straight Connector 240">
                  <a:extLst>
                    <a:ext uri="{FF2B5EF4-FFF2-40B4-BE49-F238E27FC236}">
                      <a16:creationId xmlns:a16="http://schemas.microsoft.com/office/drawing/2014/main" id="{01D16D60-8FFA-1363-6C7F-DD77B57C83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3722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2" name="Straight Connector 241">
                  <a:extLst>
                    <a:ext uri="{FF2B5EF4-FFF2-40B4-BE49-F238E27FC236}">
                      <a16:creationId xmlns:a16="http://schemas.microsoft.com/office/drawing/2014/main" id="{4B8BC28D-C136-B952-8259-A953D33E5B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7497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0" name="Group 199">
                <a:extLst>
                  <a:ext uri="{FF2B5EF4-FFF2-40B4-BE49-F238E27FC236}">
                    <a16:creationId xmlns:a16="http://schemas.microsoft.com/office/drawing/2014/main" id="{680C13BC-519A-BE2B-78B5-9C4DBC630A2B}"/>
                  </a:ext>
                </a:extLst>
              </p:cNvPr>
              <p:cNvGrpSpPr/>
              <p:nvPr/>
            </p:nvGrpSpPr>
            <p:grpSpPr>
              <a:xfrm rot="5400000">
                <a:off x="720089" y="1428750"/>
                <a:ext cx="4754880" cy="4754880"/>
                <a:chOff x="720090" y="1428750"/>
                <a:chExt cx="4754880" cy="4754880"/>
              </a:xfrm>
            </p:grpSpPr>
            <p:cxnSp>
              <p:nvCxnSpPr>
                <p:cNvPr id="201" name="Straight Connector 200">
                  <a:extLst>
                    <a:ext uri="{FF2B5EF4-FFF2-40B4-BE49-F238E27FC236}">
                      <a16:creationId xmlns:a16="http://schemas.microsoft.com/office/drawing/2014/main" id="{6293BFEF-8557-B88E-CF78-5772A31D20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009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2" name="Straight Connector 201">
                  <a:extLst>
                    <a:ext uri="{FF2B5EF4-FFF2-40B4-BE49-F238E27FC236}">
                      <a16:creationId xmlns:a16="http://schemas.microsoft.com/office/drawing/2014/main" id="{E24D3468-49C7-22AC-7C88-FBDE645582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5783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3" name="Straight Connector 202">
                  <a:extLst>
                    <a:ext uri="{FF2B5EF4-FFF2-40B4-BE49-F238E27FC236}">
                      <a16:creationId xmlns:a16="http://schemas.microsoft.com/office/drawing/2014/main" id="{2759DC04-3B89-A409-874B-6DD2FCA2BC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557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Straight Connector 203">
                  <a:extLst>
                    <a:ext uri="{FF2B5EF4-FFF2-40B4-BE49-F238E27FC236}">
                      <a16:creationId xmlns:a16="http://schemas.microsoft.com/office/drawing/2014/main" id="{BCA46647-6C15-9187-FA40-AB78707483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3332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5" name="Straight Connector 204">
                  <a:extLst>
                    <a:ext uri="{FF2B5EF4-FFF2-40B4-BE49-F238E27FC236}">
                      <a16:creationId xmlns:a16="http://schemas.microsoft.com/office/drawing/2014/main" id="{5AEB97EE-460D-9483-1458-91550A9C79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7106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Straight Connector 205">
                  <a:extLst>
                    <a:ext uri="{FF2B5EF4-FFF2-40B4-BE49-F238E27FC236}">
                      <a16:creationId xmlns:a16="http://schemas.microsoft.com/office/drawing/2014/main" id="{98988646-A45D-1662-E760-C5E9E38085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0881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Straight Connector 206">
                  <a:extLst>
                    <a:ext uri="{FF2B5EF4-FFF2-40B4-BE49-F238E27FC236}">
                      <a16:creationId xmlns:a16="http://schemas.microsoft.com/office/drawing/2014/main" id="{AD749DB6-C784-F28D-B770-145D06D3F5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4655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Straight Connector 207">
                  <a:extLst>
                    <a:ext uri="{FF2B5EF4-FFF2-40B4-BE49-F238E27FC236}">
                      <a16:creationId xmlns:a16="http://schemas.microsoft.com/office/drawing/2014/main" id="{9003CD92-879C-FFD6-B849-FF06159D00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8429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9" name="Straight Connector 208">
                  <a:extLst>
                    <a:ext uri="{FF2B5EF4-FFF2-40B4-BE49-F238E27FC236}">
                      <a16:creationId xmlns:a16="http://schemas.microsoft.com/office/drawing/2014/main" id="{B0A87079-8899-6584-B5C3-76CC44FC7F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2204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0" name="Straight Connector 209">
                  <a:extLst>
                    <a:ext uri="{FF2B5EF4-FFF2-40B4-BE49-F238E27FC236}">
                      <a16:creationId xmlns:a16="http://schemas.microsoft.com/office/drawing/2014/main" id="{21084D0E-5880-691C-5DEE-B1EC64A4DC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5978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1" name="Straight Connector 210">
                  <a:extLst>
                    <a:ext uri="{FF2B5EF4-FFF2-40B4-BE49-F238E27FC236}">
                      <a16:creationId xmlns:a16="http://schemas.microsoft.com/office/drawing/2014/main" id="{40DCC219-B008-5902-C414-91DF559FCD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9753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2" name="Straight Connector 211">
                  <a:extLst>
                    <a:ext uri="{FF2B5EF4-FFF2-40B4-BE49-F238E27FC236}">
                      <a16:creationId xmlns:a16="http://schemas.microsoft.com/office/drawing/2014/main" id="{4C1F4225-8406-9340-DC8F-66048B0AE5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527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3" name="Straight Connector 212">
                  <a:extLst>
                    <a:ext uri="{FF2B5EF4-FFF2-40B4-BE49-F238E27FC236}">
                      <a16:creationId xmlns:a16="http://schemas.microsoft.com/office/drawing/2014/main" id="{30FACF4E-70BB-5BDC-E6E3-70BCD12711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7301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4" name="Straight Connector 213">
                  <a:extLst>
                    <a:ext uri="{FF2B5EF4-FFF2-40B4-BE49-F238E27FC236}">
                      <a16:creationId xmlns:a16="http://schemas.microsoft.com/office/drawing/2014/main" id="{70ED07D8-264D-537E-2ADD-CC744534D1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1076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5" name="Straight Connector 214">
                  <a:extLst>
                    <a:ext uri="{FF2B5EF4-FFF2-40B4-BE49-F238E27FC236}">
                      <a16:creationId xmlns:a16="http://schemas.microsoft.com/office/drawing/2014/main" id="{52FA2405-AE7D-5633-F695-B50D7DD4B3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850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6" name="Straight Connector 215">
                  <a:extLst>
                    <a:ext uri="{FF2B5EF4-FFF2-40B4-BE49-F238E27FC236}">
                      <a16:creationId xmlns:a16="http://schemas.microsoft.com/office/drawing/2014/main" id="{A52BCFAF-D5CB-D2CE-3AC5-0C3A22B4F69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8625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7" name="Straight Connector 216">
                  <a:extLst>
                    <a:ext uri="{FF2B5EF4-FFF2-40B4-BE49-F238E27FC236}">
                      <a16:creationId xmlns:a16="http://schemas.microsoft.com/office/drawing/2014/main" id="{710DE191-9FDC-9FFF-205A-752639AF7B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2399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8" name="Straight Connector 217">
                  <a:extLst>
                    <a:ext uri="{FF2B5EF4-FFF2-40B4-BE49-F238E27FC236}">
                      <a16:creationId xmlns:a16="http://schemas.microsoft.com/office/drawing/2014/main" id="{AE37F1A4-5373-1AB0-A086-911FA9DD5F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6173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9" name="Straight Connector 218">
                  <a:extLst>
                    <a:ext uri="{FF2B5EF4-FFF2-40B4-BE49-F238E27FC236}">
                      <a16:creationId xmlns:a16="http://schemas.microsoft.com/office/drawing/2014/main" id="{295CF6FA-A098-6D22-585A-F2B278CB131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9948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0" name="Straight Connector 219">
                  <a:extLst>
                    <a:ext uri="{FF2B5EF4-FFF2-40B4-BE49-F238E27FC236}">
                      <a16:creationId xmlns:a16="http://schemas.microsoft.com/office/drawing/2014/main" id="{E25176FB-122E-4FBC-AA89-1DE6608BAA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3722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1" name="Straight Connector 220">
                  <a:extLst>
                    <a:ext uri="{FF2B5EF4-FFF2-40B4-BE49-F238E27FC236}">
                      <a16:creationId xmlns:a16="http://schemas.microsoft.com/office/drawing/2014/main" id="{F862DBE7-6BDE-6A4E-C3F4-5D6E9BEDD0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7497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241ADD75-891B-1D2E-C739-B5CC7EE86219}"/>
              </a:ext>
            </a:extLst>
          </p:cNvPr>
          <p:cNvGrpSpPr/>
          <p:nvPr/>
        </p:nvGrpSpPr>
        <p:grpSpPr>
          <a:xfrm rot="5400000">
            <a:off x="954416" y="1581628"/>
            <a:ext cx="4080510" cy="4080510"/>
            <a:chOff x="720090" y="1428750"/>
            <a:chExt cx="4789172" cy="4754880"/>
          </a:xfrm>
        </p:grpSpPr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6F18B158-4B04-576E-C1FB-ED07EDC94150}"/>
                </a:ext>
              </a:extLst>
            </p:cNvPr>
            <p:cNvSpPr/>
            <p:nvPr/>
          </p:nvSpPr>
          <p:spPr>
            <a:xfrm>
              <a:off x="720090" y="1428750"/>
              <a:ext cx="4754880" cy="4754880"/>
            </a:xfrm>
            <a:prstGeom prst="rect">
              <a:avLst/>
            </a:prstGeom>
            <a:solidFill>
              <a:schemeClr val="bg1"/>
            </a:solidFill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275ACEC6-2E94-E891-F979-8ECA94B410AC}"/>
                </a:ext>
              </a:extLst>
            </p:cNvPr>
            <p:cNvGrpSpPr/>
            <p:nvPr/>
          </p:nvGrpSpPr>
          <p:grpSpPr>
            <a:xfrm>
              <a:off x="754381" y="1428750"/>
              <a:ext cx="4754881" cy="4754880"/>
              <a:chOff x="720089" y="1428750"/>
              <a:chExt cx="4754881" cy="4754880"/>
            </a:xfrm>
          </p:grpSpPr>
          <p:grpSp>
            <p:nvGrpSpPr>
              <p:cNvPr id="152" name="Group 151">
                <a:extLst>
                  <a:ext uri="{FF2B5EF4-FFF2-40B4-BE49-F238E27FC236}">
                    <a16:creationId xmlns:a16="http://schemas.microsoft.com/office/drawing/2014/main" id="{E04189FF-733D-7C5C-73C0-3CF2E3DE60C5}"/>
                  </a:ext>
                </a:extLst>
              </p:cNvPr>
              <p:cNvGrpSpPr/>
              <p:nvPr/>
            </p:nvGrpSpPr>
            <p:grpSpPr>
              <a:xfrm>
                <a:off x="720090" y="1428750"/>
                <a:ext cx="4754880" cy="4754880"/>
                <a:chOff x="720090" y="1428750"/>
                <a:chExt cx="4754880" cy="4754880"/>
              </a:xfrm>
            </p:grpSpPr>
            <p:cxnSp>
              <p:nvCxnSpPr>
                <p:cNvPr id="175" name="Straight Connector 174">
                  <a:extLst>
                    <a:ext uri="{FF2B5EF4-FFF2-40B4-BE49-F238E27FC236}">
                      <a16:creationId xmlns:a16="http://schemas.microsoft.com/office/drawing/2014/main" id="{05B672AA-C033-FC72-CD76-E187D8D2FF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009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6" name="Straight Connector 175">
                  <a:extLst>
                    <a:ext uri="{FF2B5EF4-FFF2-40B4-BE49-F238E27FC236}">
                      <a16:creationId xmlns:a16="http://schemas.microsoft.com/office/drawing/2014/main" id="{EB2E2288-5BAC-0213-B8FF-3910A5DC256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5783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7" name="Straight Connector 176">
                  <a:extLst>
                    <a:ext uri="{FF2B5EF4-FFF2-40B4-BE49-F238E27FC236}">
                      <a16:creationId xmlns:a16="http://schemas.microsoft.com/office/drawing/2014/main" id="{3F8DB7C5-7228-C715-D600-E989DDFD4A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557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8" name="Straight Connector 177">
                  <a:extLst>
                    <a:ext uri="{FF2B5EF4-FFF2-40B4-BE49-F238E27FC236}">
                      <a16:creationId xmlns:a16="http://schemas.microsoft.com/office/drawing/2014/main" id="{8F8F92DB-5C50-F00F-5850-1769D5C3E6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3332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Straight Connector 178">
                  <a:extLst>
                    <a:ext uri="{FF2B5EF4-FFF2-40B4-BE49-F238E27FC236}">
                      <a16:creationId xmlns:a16="http://schemas.microsoft.com/office/drawing/2014/main" id="{BC29B412-E35B-C223-D101-41AED34099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7106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0" name="Straight Connector 179">
                  <a:extLst>
                    <a:ext uri="{FF2B5EF4-FFF2-40B4-BE49-F238E27FC236}">
                      <a16:creationId xmlns:a16="http://schemas.microsoft.com/office/drawing/2014/main" id="{4FB2F062-8E8D-93AA-F68F-E4ABAFDAD2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0881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1" name="Straight Connector 180">
                  <a:extLst>
                    <a:ext uri="{FF2B5EF4-FFF2-40B4-BE49-F238E27FC236}">
                      <a16:creationId xmlns:a16="http://schemas.microsoft.com/office/drawing/2014/main" id="{F3D54ADB-EECD-E844-A77D-F0327954C4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4655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Straight Connector 181">
                  <a:extLst>
                    <a:ext uri="{FF2B5EF4-FFF2-40B4-BE49-F238E27FC236}">
                      <a16:creationId xmlns:a16="http://schemas.microsoft.com/office/drawing/2014/main" id="{DC4FAB0F-90A5-8E47-C85A-E558A9DE84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8429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3" name="Straight Connector 182">
                  <a:extLst>
                    <a:ext uri="{FF2B5EF4-FFF2-40B4-BE49-F238E27FC236}">
                      <a16:creationId xmlns:a16="http://schemas.microsoft.com/office/drawing/2014/main" id="{D213925F-7BC0-E83F-C4F9-3ED4E152CD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2204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4" name="Straight Connector 183">
                  <a:extLst>
                    <a:ext uri="{FF2B5EF4-FFF2-40B4-BE49-F238E27FC236}">
                      <a16:creationId xmlns:a16="http://schemas.microsoft.com/office/drawing/2014/main" id="{E03A92C2-0F8F-75E8-AD26-E841F5C411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5978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" name="Straight Connector 184">
                  <a:extLst>
                    <a:ext uri="{FF2B5EF4-FFF2-40B4-BE49-F238E27FC236}">
                      <a16:creationId xmlns:a16="http://schemas.microsoft.com/office/drawing/2014/main" id="{019017B1-B5F2-9A02-A891-C0E48313E6E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9753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6" name="Straight Connector 185">
                  <a:extLst>
                    <a:ext uri="{FF2B5EF4-FFF2-40B4-BE49-F238E27FC236}">
                      <a16:creationId xmlns:a16="http://schemas.microsoft.com/office/drawing/2014/main" id="{A5041460-34CA-4C29-5E60-4386F058D6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527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7" name="Straight Connector 186">
                  <a:extLst>
                    <a:ext uri="{FF2B5EF4-FFF2-40B4-BE49-F238E27FC236}">
                      <a16:creationId xmlns:a16="http://schemas.microsoft.com/office/drawing/2014/main" id="{8F2E846F-1E04-D83C-CFFB-D3715310F0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7301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" name="Straight Connector 187">
                  <a:extLst>
                    <a:ext uri="{FF2B5EF4-FFF2-40B4-BE49-F238E27FC236}">
                      <a16:creationId xmlns:a16="http://schemas.microsoft.com/office/drawing/2014/main" id="{1D7B5E11-4464-A846-E30C-3E6A3E0D65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1076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9" name="Straight Connector 188">
                  <a:extLst>
                    <a:ext uri="{FF2B5EF4-FFF2-40B4-BE49-F238E27FC236}">
                      <a16:creationId xmlns:a16="http://schemas.microsoft.com/office/drawing/2014/main" id="{9314CF41-15E8-F07D-8814-F651E6AFEB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850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0" name="Straight Connector 189">
                  <a:extLst>
                    <a:ext uri="{FF2B5EF4-FFF2-40B4-BE49-F238E27FC236}">
                      <a16:creationId xmlns:a16="http://schemas.microsoft.com/office/drawing/2014/main" id="{8B74C8AD-A10A-CD3A-CD21-6D2AAF0777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8625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1" name="Straight Connector 190">
                  <a:extLst>
                    <a:ext uri="{FF2B5EF4-FFF2-40B4-BE49-F238E27FC236}">
                      <a16:creationId xmlns:a16="http://schemas.microsoft.com/office/drawing/2014/main" id="{48D248D9-93BD-C03C-2E53-8519E23E23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2399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Straight Connector 191">
                  <a:extLst>
                    <a:ext uri="{FF2B5EF4-FFF2-40B4-BE49-F238E27FC236}">
                      <a16:creationId xmlns:a16="http://schemas.microsoft.com/office/drawing/2014/main" id="{4BC585EF-DF73-9539-49C4-083291D4307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6173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3" name="Straight Connector 192">
                  <a:extLst>
                    <a:ext uri="{FF2B5EF4-FFF2-40B4-BE49-F238E27FC236}">
                      <a16:creationId xmlns:a16="http://schemas.microsoft.com/office/drawing/2014/main" id="{05AAE47F-D165-9D61-69AE-1C460FA18D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9948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Straight Connector 193">
                  <a:extLst>
                    <a:ext uri="{FF2B5EF4-FFF2-40B4-BE49-F238E27FC236}">
                      <a16:creationId xmlns:a16="http://schemas.microsoft.com/office/drawing/2014/main" id="{F34AC4B5-34CC-B057-56CD-C3A2B3CAFA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3722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5" name="Straight Connector 194">
                  <a:extLst>
                    <a:ext uri="{FF2B5EF4-FFF2-40B4-BE49-F238E27FC236}">
                      <a16:creationId xmlns:a16="http://schemas.microsoft.com/office/drawing/2014/main" id="{BE2C689A-3ACB-3447-1C47-6DA61E4715A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7497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3" name="Group 152">
                <a:extLst>
                  <a:ext uri="{FF2B5EF4-FFF2-40B4-BE49-F238E27FC236}">
                    <a16:creationId xmlns:a16="http://schemas.microsoft.com/office/drawing/2014/main" id="{1843AE19-0CC7-AB98-921A-27191E9D5BA2}"/>
                  </a:ext>
                </a:extLst>
              </p:cNvPr>
              <p:cNvGrpSpPr/>
              <p:nvPr/>
            </p:nvGrpSpPr>
            <p:grpSpPr>
              <a:xfrm rot="5400000">
                <a:off x="720089" y="1428750"/>
                <a:ext cx="4754880" cy="4754880"/>
                <a:chOff x="720090" y="1428750"/>
                <a:chExt cx="4754880" cy="4754880"/>
              </a:xfrm>
            </p:grpSpPr>
            <p:cxnSp>
              <p:nvCxnSpPr>
                <p:cNvPr id="154" name="Straight Connector 153">
                  <a:extLst>
                    <a:ext uri="{FF2B5EF4-FFF2-40B4-BE49-F238E27FC236}">
                      <a16:creationId xmlns:a16="http://schemas.microsoft.com/office/drawing/2014/main" id="{C5654BD1-0F9E-1856-09DD-6EEE4B6093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009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5" name="Straight Connector 154">
                  <a:extLst>
                    <a:ext uri="{FF2B5EF4-FFF2-40B4-BE49-F238E27FC236}">
                      <a16:creationId xmlns:a16="http://schemas.microsoft.com/office/drawing/2014/main" id="{97488E99-AA35-2310-B1E8-279DB88DBE6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5783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6" name="Straight Connector 155">
                  <a:extLst>
                    <a:ext uri="{FF2B5EF4-FFF2-40B4-BE49-F238E27FC236}">
                      <a16:creationId xmlns:a16="http://schemas.microsoft.com/office/drawing/2014/main" id="{204559CC-22DA-776C-2AA6-DC460FD538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557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7" name="Straight Connector 156">
                  <a:extLst>
                    <a:ext uri="{FF2B5EF4-FFF2-40B4-BE49-F238E27FC236}">
                      <a16:creationId xmlns:a16="http://schemas.microsoft.com/office/drawing/2014/main" id="{7F842ECB-5CE2-B792-CB28-F627388ED7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3332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8" name="Straight Connector 157">
                  <a:extLst>
                    <a:ext uri="{FF2B5EF4-FFF2-40B4-BE49-F238E27FC236}">
                      <a16:creationId xmlns:a16="http://schemas.microsoft.com/office/drawing/2014/main" id="{DAE18CF0-4270-FA0E-2694-3DAAE509A5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7106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9" name="Straight Connector 158">
                  <a:extLst>
                    <a:ext uri="{FF2B5EF4-FFF2-40B4-BE49-F238E27FC236}">
                      <a16:creationId xmlns:a16="http://schemas.microsoft.com/office/drawing/2014/main" id="{BB45789C-C61D-61B0-240A-10588E3EAC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0881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0" name="Straight Connector 159">
                  <a:extLst>
                    <a:ext uri="{FF2B5EF4-FFF2-40B4-BE49-F238E27FC236}">
                      <a16:creationId xmlns:a16="http://schemas.microsoft.com/office/drawing/2014/main" id="{18D6DA00-67EB-64A2-9AC4-9A908A8312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4655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1" name="Straight Connector 160">
                  <a:extLst>
                    <a:ext uri="{FF2B5EF4-FFF2-40B4-BE49-F238E27FC236}">
                      <a16:creationId xmlns:a16="http://schemas.microsoft.com/office/drawing/2014/main" id="{DCE7037B-89F0-F6D6-9872-A7FD480CBC5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8429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2" name="Straight Connector 161">
                  <a:extLst>
                    <a:ext uri="{FF2B5EF4-FFF2-40B4-BE49-F238E27FC236}">
                      <a16:creationId xmlns:a16="http://schemas.microsoft.com/office/drawing/2014/main" id="{E5B8E756-BC46-0A9F-C92A-1D8321695C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2204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3" name="Straight Connector 162">
                  <a:extLst>
                    <a:ext uri="{FF2B5EF4-FFF2-40B4-BE49-F238E27FC236}">
                      <a16:creationId xmlns:a16="http://schemas.microsoft.com/office/drawing/2014/main" id="{50906F6C-894C-21A9-EC03-7ACDC558CC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5978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4" name="Straight Connector 163">
                  <a:extLst>
                    <a:ext uri="{FF2B5EF4-FFF2-40B4-BE49-F238E27FC236}">
                      <a16:creationId xmlns:a16="http://schemas.microsoft.com/office/drawing/2014/main" id="{CF54C98D-6619-8122-3F8A-A4CC4BD24C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9753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5" name="Straight Connector 164">
                  <a:extLst>
                    <a:ext uri="{FF2B5EF4-FFF2-40B4-BE49-F238E27FC236}">
                      <a16:creationId xmlns:a16="http://schemas.microsoft.com/office/drawing/2014/main" id="{B04E0EC2-215B-D6E7-FA47-A7B6161599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527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6" name="Straight Connector 165">
                  <a:extLst>
                    <a:ext uri="{FF2B5EF4-FFF2-40B4-BE49-F238E27FC236}">
                      <a16:creationId xmlns:a16="http://schemas.microsoft.com/office/drawing/2014/main" id="{2574CFF5-C5B6-0F09-55CC-146DF98BD2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7301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7" name="Straight Connector 166">
                  <a:extLst>
                    <a:ext uri="{FF2B5EF4-FFF2-40B4-BE49-F238E27FC236}">
                      <a16:creationId xmlns:a16="http://schemas.microsoft.com/office/drawing/2014/main" id="{94BFBA7C-2690-3476-EEEE-003F87DF9D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1076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8" name="Straight Connector 167">
                  <a:extLst>
                    <a:ext uri="{FF2B5EF4-FFF2-40B4-BE49-F238E27FC236}">
                      <a16:creationId xmlns:a16="http://schemas.microsoft.com/office/drawing/2014/main" id="{B930696C-FE9A-210E-276C-BFCD85E9C0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850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9" name="Straight Connector 168">
                  <a:extLst>
                    <a:ext uri="{FF2B5EF4-FFF2-40B4-BE49-F238E27FC236}">
                      <a16:creationId xmlns:a16="http://schemas.microsoft.com/office/drawing/2014/main" id="{75E5D12C-D3B8-D136-1C54-67E2420FB7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8625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0" name="Straight Connector 169">
                  <a:extLst>
                    <a:ext uri="{FF2B5EF4-FFF2-40B4-BE49-F238E27FC236}">
                      <a16:creationId xmlns:a16="http://schemas.microsoft.com/office/drawing/2014/main" id="{BA05CF16-9941-A42F-18CB-91E1C6F4A6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2399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Straight Connector 170">
                  <a:extLst>
                    <a:ext uri="{FF2B5EF4-FFF2-40B4-BE49-F238E27FC236}">
                      <a16:creationId xmlns:a16="http://schemas.microsoft.com/office/drawing/2014/main" id="{3A89D662-753B-E201-650A-5D77B11063F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6173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Straight Connector 171">
                  <a:extLst>
                    <a:ext uri="{FF2B5EF4-FFF2-40B4-BE49-F238E27FC236}">
                      <a16:creationId xmlns:a16="http://schemas.microsoft.com/office/drawing/2014/main" id="{1D705698-21D8-94D7-7553-4889961DBF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9948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3" name="Straight Connector 172">
                  <a:extLst>
                    <a:ext uri="{FF2B5EF4-FFF2-40B4-BE49-F238E27FC236}">
                      <a16:creationId xmlns:a16="http://schemas.microsoft.com/office/drawing/2014/main" id="{6C1A1DE9-6EB8-5EE1-358A-D2754A7CE7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3722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4" name="Straight Connector 173">
                  <a:extLst>
                    <a:ext uri="{FF2B5EF4-FFF2-40B4-BE49-F238E27FC236}">
                      <a16:creationId xmlns:a16="http://schemas.microsoft.com/office/drawing/2014/main" id="{CE00BD7E-F318-DC4D-EF54-D4E4467B8F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7497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E780D7BB-FC57-D731-0A5B-E572E59872FC}"/>
              </a:ext>
            </a:extLst>
          </p:cNvPr>
          <p:cNvGrpSpPr/>
          <p:nvPr/>
        </p:nvGrpSpPr>
        <p:grpSpPr>
          <a:xfrm rot="5400000">
            <a:off x="480060" y="2091691"/>
            <a:ext cx="4080510" cy="4080510"/>
            <a:chOff x="720090" y="1428750"/>
            <a:chExt cx="4789172" cy="475488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3CC4EBE-8B3C-B00F-CC9A-F1097D959188}"/>
                </a:ext>
              </a:extLst>
            </p:cNvPr>
            <p:cNvSpPr/>
            <p:nvPr/>
          </p:nvSpPr>
          <p:spPr>
            <a:xfrm>
              <a:off x="720090" y="1428750"/>
              <a:ext cx="4754880" cy="4754880"/>
            </a:xfrm>
            <a:prstGeom prst="rect">
              <a:avLst/>
            </a:prstGeom>
            <a:solidFill>
              <a:schemeClr val="bg1"/>
            </a:solidFill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4D79E509-8B9B-8F61-5CA4-CAD5FD9B1DEB}"/>
                </a:ext>
              </a:extLst>
            </p:cNvPr>
            <p:cNvGrpSpPr/>
            <p:nvPr/>
          </p:nvGrpSpPr>
          <p:grpSpPr>
            <a:xfrm>
              <a:off x="754381" y="1428750"/>
              <a:ext cx="4754881" cy="4754880"/>
              <a:chOff x="720089" y="1428750"/>
              <a:chExt cx="4754881" cy="4754880"/>
            </a:xfrm>
          </p:grpSpPr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A53F5964-9003-38A0-438E-0229C96A7376}"/>
                  </a:ext>
                </a:extLst>
              </p:cNvPr>
              <p:cNvGrpSpPr/>
              <p:nvPr/>
            </p:nvGrpSpPr>
            <p:grpSpPr>
              <a:xfrm>
                <a:off x="720090" y="1428750"/>
                <a:ext cx="4754880" cy="4754880"/>
                <a:chOff x="720090" y="1428750"/>
                <a:chExt cx="4754880" cy="4754880"/>
              </a:xfrm>
            </p:grpSpPr>
            <p:cxnSp>
              <p:nvCxnSpPr>
                <p:cNvPr id="6" name="Straight Connector 5">
                  <a:extLst>
                    <a:ext uri="{FF2B5EF4-FFF2-40B4-BE49-F238E27FC236}">
                      <a16:creationId xmlns:a16="http://schemas.microsoft.com/office/drawing/2014/main" id="{AE1AF2E7-8C3C-0578-65D1-1BEB416B3C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009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" name="Straight Connector 6">
                  <a:extLst>
                    <a:ext uri="{FF2B5EF4-FFF2-40B4-BE49-F238E27FC236}">
                      <a16:creationId xmlns:a16="http://schemas.microsoft.com/office/drawing/2014/main" id="{8C6DD30B-70D8-5AFB-7127-5FA6154F5C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5783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" name="Straight Connector 7">
                  <a:extLst>
                    <a:ext uri="{FF2B5EF4-FFF2-40B4-BE49-F238E27FC236}">
                      <a16:creationId xmlns:a16="http://schemas.microsoft.com/office/drawing/2014/main" id="{06BD9EBB-307E-9156-DB6D-0D79256A14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557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14071385-0AC0-C5E9-2877-D25DE789A0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3332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69F6F2E2-83B5-CAA2-3600-F619A947AB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7106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9F5CC1D8-4B0A-EB0F-C33C-49753EC6596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0881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5F2253BD-E731-5090-CA15-9E00FE5C02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4655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9B1656CA-7B19-F125-8F68-5E3EA461CD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8429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1186A775-2EFF-A57B-4599-2159111BBB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2204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79B47631-0F15-FFBB-3ACA-E391C892970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5978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4225BA7A-9DCA-748A-73B2-6F185C37CC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9753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E528731F-B2FB-690B-90A5-47FC78AE4A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527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232FFBE8-3494-E6EA-6D21-E7F1AC9E2D7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7301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CC0ADAA6-2042-1E27-CDC3-3C158407447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1076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89292AAE-80D3-FC0D-9742-99E33E98B94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850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7F65548-899D-CAAA-764A-6574633DA6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8625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01024279-A5D8-417A-DDC6-4F6360EAF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2399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42E69A80-F372-01AA-BFE7-F13782E7CF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6173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7B2899C8-7E8F-6F9A-5EDF-6D18DC1FF3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9948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6C5171D4-B931-6529-4541-20DF074DD3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3722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31DFCE6A-3836-1F19-8E17-D2E530208C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7497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9D291279-C59F-D54F-FBCE-53711FED9F60}"/>
                  </a:ext>
                </a:extLst>
              </p:cNvPr>
              <p:cNvGrpSpPr/>
              <p:nvPr/>
            </p:nvGrpSpPr>
            <p:grpSpPr>
              <a:xfrm rot="5400000">
                <a:off x="720089" y="1428750"/>
                <a:ext cx="4754880" cy="4754880"/>
                <a:chOff x="720090" y="1428750"/>
                <a:chExt cx="4754880" cy="4754880"/>
              </a:xfrm>
            </p:grpSpPr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C2712ACF-17B7-2863-3071-73E55BB2E8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009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929A7361-F158-2627-06E4-272B0223D9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5783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4FE348C0-193D-1E60-3C87-1CD4D32615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557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D3E85DAC-E8C5-D635-3C39-8BBBCC4324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3332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2494252A-BD68-9E5C-2F8F-DC0EB2AB90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7106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BA46B743-7E7C-C7F0-648E-4B4E08904B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0881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940EA114-6D7C-F5FC-B860-4B1FCD9717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4655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A99B5D85-8C15-70EE-60A5-18D1D48010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8429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CFFB3BC9-2E7E-8ED4-8B6A-5FE4B7279A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2204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EC8156DC-815F-7261-4DCF-A731B76600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5978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E1DA1138-F5CC-B7E6-8C65-CF5687DA94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9753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5925949C-A6CE-96EE-C28C-7AB108C3230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527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E36B028B-B239-2E6D-E42F-A065068970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7301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60385EE6-6D71-33D1-4D53-4E30BFBDD88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1076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3BCF9F46-263B-3057-09CA-1BB392CAB3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850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0A3BC34B-F49B-6A78-A9D6-0AEAB83E654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8625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9A5A1865-33A7-C9CF-0172-7B7BB3ECF9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23994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37E60229-04C4-5829-72E0-DFC85520A68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61738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3403443E-4AD7-1875-DC86-20A80E0D9A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99482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BDE4ABD8-5B49-5448-DBA3-C36FE3DDD6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37226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70800172-8F2B-C8B0-C87C-E1665EB0AF3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74970" y="1428750"/>
                  <a:ext cx="0" cy="475488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cxnSp>
        <p:nvCxnSpPr>
          <p:cNvPr id="244" name="Straight Arrow Connector 243">
            <a:extLst>
              <a:ext uri="{FF2B5EF4-FFF2-40B4-BE49-F238E27FC236}">
                <a16:creationId xmlns:a16="http://schemas.microsoft.com/office/drawing/2014/main" id="{394D2B0F-014A-8F93-D2AD-4CFB404FA715}"/>
              </a:ext>
            </a:extLst>
          </p:cNvPr>
          <p:cNvCxnSpPr>
            <a:cxnSpLocks/>
          </p:cNvCxnSpPr>
          <p:nvPr/>
        </p:nvCxnSpPr>
        <p:spPr>
          <a:xfrm>
            <a:off x="5955030" y="2937511"/>
            <a:ext cx="970238" cy="0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E9439789-3A82-845F-5520-B4AD04B6B831}"/>
                  </a:ext>
                </a:extLst>
              </p:cNvPr>
              <p:cNvSpPr txBox="1"/>
              <p:nvPr/>
            </p:nvSpPr>
            <p:spPr>
              <a:xfrm>
                <a:off x="7009466" y="3688998"/>
                <a:ext cx="763349" cy="6127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1−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E9439789-3A82-845F-5520-B4AD04B6B8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9466" y="3688998"/>
                <a:ext cx="763349" cy="6127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0E0673CC-21D3-B1A3-AFF7-D6C7A8A7BD43}"/>
                  </a:ext>
                </a:extLst>
              </p:cNvPr>
              <p:cNvSpPr txBox="1"/>
              <p:nvPr/>
            </p:nvSpPr>
            <p:spPr>
              <a:xfrm>
                <a:off x="9069814" y="5061215"/>
                <a:ext cx="34188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0E0673CC-21D3-B1A3-AFF7-D6C7A8A7BD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9814" y="5061215"/>
                <a:ext cx="34188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7" name="Group 286">
            <a:extLst>
              <a:ext uri="{FF2B5EF4-FFF2-40B4-BE49-F238E27FC236}">
                <a16:creationId xmlns:a16="http://schemas.microsoft.com/office/drawing/2014/main" id="{128FB7B1-3893-1158-9B62-2C663F6D76F2}"/>
              </a:ext>
            </a:extLst>
          </p:cNvPr>
          <p:cNvGrpSpPr>
            <a:grpSpLocks noChangeAspect="1"/>
          </p:cNvGrpSpPr>
          <p:nvPr/>
        </p:nvGrpSpPr>
        <p:grpSpPr>
          <a:xfrm>
            <a:off x="7772815" y="1237735"/>
            <a:ext cx="3855906" cy="3833853"/>
            <a:chOff x="7546694" y="991078"/>
            <a:chExt cx="4268277" cy="4243866"/>
          </a:xfrm>
        </p:grpSpPr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4FDD4B0E-256C-B211-992B-5535CEF9347A}"/>
                </a:ext>
              </a:extLst>
            </p:cNvPr>
            <p:cNvCxnSpPr>
              <a:cxnSpLocks/>
            </p:cNvCxnSpPr>
            <p:nvPr/>
          </p:nvCxnSpPr>
          <p:spPr>
            <a:xfrm>
              <a:off x="7571108" y="991078"/>
              <a:ext cx="0" cy="424386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B171BF48-11E1-A01C-5815-4020B65A26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46694" y="5234942"/>
              <a:ext cx="4268277" cy="2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2" name="Group 271">
              <a:extLst>
                <a:ext uri="{FF2B5EF4-FFF2-40B4-BE49-F238E27FC236}">
                  <a16:creationId xmlns:a16="http://schemas.microsoft.com/office/drawing/2014/main" id="{5FE0AF34-65D6-79E9-D770-E5AB90A2386E}"/>
                </a:ext>
              </a:extLst>
            </p:cNvPr>
            <p:cNvGrpSpPr/>
            <p:nvPr/>
          </p:nvGrpSpPr>
          <p:grpSpPr>
            <a:xfrm>
              <a:off x="8083314" y="1471831"/>
              <a:ext cx="3219450" cy="3406143"/>
              <a:chOff x="7898130" y="1885950"/>
              <a:chExt cx="3219450" cy="3406143"/>
            </a:xfrm>
          </p:grpSpPr>
          <p:sp>
            <p:nvSpPr>
              <p:cNvPr id="250" name="Oval 249">
                <a:extLst>
                  <a:ext uri="{FF2B5EF4-FFF2-40B4-BE49-F238E27FC236}">
                    <a16:creationId xmlns:a16="http://schemas.microsoft.com/office/drawing/2014/main" id="{6E66ED55-0BA5-3542-8DE2-B58AF5F071CE}"/>
                  </a:ext>
                </a:extLst>
              </p:cNvPr>
              <p:cNvSpPr/>
              <p:nvPr/>
            </p:nvSpPr>
            <p:spPr>
              <a:xfrm>
                <a:off x="7898130" y="1885950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1" name="Oval 250">
                <a:extLst>
                  <a:ext uri="{FF2B5EF4-FFF2-40B4-BE49-F238E27FC236}">
                    <a16:creationId xmlns:a16="http://schemas.microsoft.com/office/drawing/2014/main" id="{697CC5B6-5BB1-21FD-27D2-2A5F7827B0B1}"/>
                  </a:ext>
                </a:extLst>
              </p:cNvPr>
              <p:cNvSpPr/>
              <p:nvPr/>
            </p:nvSpPr>
            <p:spPr>
              <a:xfrm>
                <a:off x="8029892" y="2708910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2" name="Oval 251">
                <a:extLst>
                  <a:ext uri="{FF2B5EF4-FFF2-40B4-BE49-F238E27FC236}">
                    <a16:creationId xmlns:a16="http://schemas.microsoft.com/office/drawing/2014/main" id="{ECCDD9B1-A01C-8012-E3F3-C04F9215D733}"/>
                  </a:ext>
                </a:extLst>
              </p:cNvPr>
              <p:cNvSpPr/>
              <p:nvPr/>
            </p:nvSpPr>
            <p:spPr>
              <a:xfrm>
                <a:off x="8530590" y="209931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3" name="Oval 252">
                <a:extLst>
                  <a:ext uri="{FF2B5EF4-FFF2-40B4-BE49-F238E27FC236}">
                    <a16:creationId xmlns:a16="http://schemas.microsoft.com/office/drawing/2014/main" id="{F69003D9-8395-5345-FA4C-187D31094A8C}"/>
                  </a:ext>
                </a:extLst>
              </p:cNvPr>
              <p:cNvSpPr/>
              <p:nvPr/>
            </p:nvSpPr>
            <p:spPr>
              <a:xfrm rot="1902122">
                <a:off x="8388032" y="2697480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4" name="Oval 253">
                <a:extLst>
                  <a:ext uri="{FF2B5EF4-FFF2-40B4-BE49-F238E27FC236}">
                    <a16:creationId xmlns:a16="http://schemas.microsoft.com/office/drawing/2014/main" id="{7B1E0AB6-C689-6783-3049-1118944FB3D2}"/>
                  </a:ext>
                </a:extLst>
              </p:cNvPr>
              <p:cNvSpPr/>
              <p:nvPr/>
            </p:nvSpPr>
            <p:spPr>
              <a:xfrm>
                <a:off x="8235632" y="3509010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5" name="Oval 254">
                <a:extLst>
                  <a:ext uri="{FF2B5EF4-FFF2-40B4-BE49-F238E27FC236}">
                    <a16:creationId xmlns:a16="http://schemas.microsoft.com/office/drawing/2014/main" id="{B20D48C2-D47C-D6BB-7B14-A4D2AA3C6DFF}"/>
                  </a:ext>
                </a:extLst>
              </p:cNvPr>
              <p:cNvSpPr/>
              <p:nvPr/>
            </p:nvSpPr>
            <p:spPr>
              <a:xfrm>
                <a:off x="8509952" y="3082290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6" name="Oval 255">
                <a:extLst>
                  <a:ext uri="{FF2B5EF4-FFF2-40B4-BE49-F238E27FC236}">
                    <a16:creationId xmlns:a16="http://schemas.microsoft.com/office/drawing/2014/main" id="{53E0C59A-1EF6-C028-672E-79F1363192D7}"/>
                  </a:ext>
                </a:extLst>
              </p:cNvPr>
              <p:cNvSpPr/>
              <p:nvPr/>
            </p:nvSpPr>
            <p:spPr>
              <a:xfrm>
                <a:off x="8307066" y="407289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7" name="Oval 256">
                <a:extLst>
                  <a:ext uri="{FF2B5EF4-FFF2-40B4-BE49-F238E27FC236}">
                    <a16:creationId xmlns:a16="http://schemas.microsoft.com/office/drawing/2014/main" id="{58DE2D9F-0766-DF92-F13F-A6C1F399DF7A}"/>
                  </a:ext>
                </a:extLst>
              </p:cNvPr>
              <p:cNvSpPr/>
              <p:nvPr/>
            </p:nvSpPr>
            <p:spPr>
              <a:xfrm>
                <a:off x="8598535" y="395097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8" name="Oval 257">
                <a:extLst>
                  <a:ext uri="{FF2B5EF4-FFF2-40B4-BE49-F238E27FC236}">
                    <a16:creationId xmlns:a16="http://schemas.microsoft.com/office/drawing/2014/main" id="{BBDC0C49-6AF8-932C-AA2D-9655443F023A}"/>
                  </a:ext>
                </a:extLst>
              </p:cNvPr>
              <p:cNvSpPr/>
              <p:nvPr/>
            </p:nvSpPr>
            <p:spPr>
              <a:xfrm>
                <a:off x="8352786" y="4362453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9" name="Oval 258">
                <a:extLst>
                  <a:ext uri="{FF2B5EF4-FFF2-40B4-BE49-F238E27FC236}">
                    <a16:creationId xmlns:a16="http://schemas.microsoft.com/office/drawing/2014/main" id="{01D7DEEB-4A0C-A4A8-259A-24E97DA08900}"/>
                  </a:ext>
                </a:extLst>
              </p:cNvPr>
              <p:cNvSpPr/>
              <p:nvPr/>
            </p:nvSpPr>
            <p:spPr>
              <a:xfrm>
                <a:off x="8766571" y="4362453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0" name="Oval 259">
                <a:extLst>
                  <a:ext uri="{FF2B5EF4-FFF2-40B4-BE49-F238E27FC236}">
                    <a16:creationId xmlns:a16="http://schemas.microsoft.com/office/drawing/2014/main" id="{EC404FE2-2C78-A2CF-D936-4D3EEA097F88}"/>
                  </a:ext>
                </a:extLst>
              </p:cNvPr>
              <p:cNvSpPr/>
              <p:nvPr/>
            </p:nvSpPr>
            <p:spPr>
              <a:xfrm>
                <a:off x="9280525" y="372999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1" name="Oval 260">
                <a:extLst>
                  <a:ext uri="{FF2B5EF4-FFF2-40B4-BE49-F238E27FC236}">
                    <a16:creationId xmlns:a16="http://schemas.microsoft.com/office/drawing/2014/main" id="{C98B7054-8FDB-A56A-3B49-3470EE2C181C}"/>
                  </a:ext>
                </a:extLst>
              </p:cNvPr>
              <p:cNvSpPr/>
              <p:nvPr/>
            </p:nvSpPr>
            <p:spPr>
              <a:xfrm>
                <a:off x="9558655" y="4162904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2" name="Oval 261">
                <a:extLst>
                  <a:ext uri="{FF2B5EF4-FFF2-40B4-BE49-F238E27FC236}">
                    <a16:creationId xmlns:a16="http://schemas.microsoft.com/office/drawing/2014/main" id="{D7F32B22-30CC-33B4-CA18-B306A6ED06CB}"/>
                  </a:ext>
                </a:extLst>
              </p:cNvPr>
              <p:cNvSpPr/>
              <p:nvPr/>
            </p:nvSpPr>
            <p:spPr>
              <a:xfrm>
                <a:off x="9257665" y="449961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3" name="Oval 262">
                <a:extLst>
                  <a:ext uri="{FF2B5EF4-FFF2-40B4-BE49-F238E27FC236}">
                    <a16:creationId xmlns:a16="http://schemas.microsoft.com/office/drawing/2014/main" id="{E5188646-5577-4532-EB4F-29B1B7D18C84}"/>
                  </a:ext>
                </a:extLst>
              </p:cNvPr>
              <p:cNvSpPr/>
              <p:nvPr/>
            </p:nvSpPr>
            <p:spPr>
              <a:xfrm>
                <a:off x="9897745" y="4718687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4" name="Oval 263">
                <a:extLst>
                  <a:ext uri="{FF2B5EF4-FFF2-40B4-BE49-F238E27FC236}">
                    <a16:creationId xmlns:a16="http://schemas.microsoft.com/office/drawing/2014/main" id="{5AAF63C0-8A68-C7C4-3B7F-7A129E78BB9F}"/>
                  </a:ext>
                </a:extLst>
              </p:cNvPr>
              <p:cNvSpPr/>
              <p:nvPr/>
            </p:nvSpPr>
            <p:spPr>
              <a:xfrm>
                <a:off x="9257665" y="5153027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" name="Oval 264">
                <a:extLst>
                  <a:ext uri="{FF2B5EF4-FFF2-40B4-BE49-F238E27FC236}">
                    <a16:creationId xmlns:a16="http://schemas.microsoft.com/office/drawing/2014/main" id="{79B9756F-AFD1-999F-5F86-26D8B8352CCF}"/>
                  </a:ext>
                </a:extLst>
              </p:cNvPr>
              <p:cNvSpPr/>
              <p:nvPr/>
            </p:nvSpPr>
            <p:spPr>
              <a:xfrm>
                <a:off x="9711055" y="5246373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6" name="Oval 265">
                <a:extLst>
                  <a:ext uri="{FF2B5EF4-FFF2-40B4-BE49-F238E27FC236}">
                    <a16:creationId xmlns:a16="http://schemas.microsoft.com/office/drawing/2014/main" id="{F97DB74B-32CB-52B3-669D-B93F9E8CFCCB}"/>
                  </a:ext>
                </a:extLst>
              </p:cNvPr>
              <p:cNvSpPr/>
              <p:nvPr/>
            </p:nvSpPr>
            <p:spPr>
              <a:xfrm>
                <a:off x="10484485" y="5046344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7" name="Oval 266">
                <a:extLst>
                  <a:ext uri="{FF2B5EF4-FFF2-40B4-BE49-F238E27FC236}">
                    <a16:creationId xmlns:a16="http://schemas.microsoft.com/office/drawing/2014/main" id="{436D9A83-B423-4D5D-D64A-55CC695AEB37}"/>
                  </a:ext>
                </a:extLst>
              </p:cNvPr>
              <p:cNvSpPr/>
              <p:nvPr/>
            </p:nvSpPr>
            <p:spPr>
              <a:xfrm>
                <a:off x="11071860" y="4478657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3DDFBC14-B0F4-4FE3-F064-0C54100E240D}"/>
                </a:ext>
              </a:extLst>
            </p:cNvPr>
            <p:cNvSpPr/>
            <p:nvPr/>
          </p:nvSpPr>
          <p:spPr>
            <a:xfrm>
              <a:off x="7860033" y="1040128"/>
              <a:ext cx="3851907" cy="3589017"/>
            </a:xfrm>
            <a:custGeom>
              <a:avLst/>
              <a:gdLst>
                <a:gd name="csX0" fmla="*/ 0 w 3714750"/>
                <a:gd name="csY0" fmla="*/ 0 h 3006090"/>
                <a:gd name="csX1" fmla="*/ 1131570 w 3714750"/>
                <a:gd name="csY1" fmla="*/ 2423160 h 3006090"/>
                <a:gd name="csX2" fmla="*/ 3714750 w 3714750"/>
                <a:gd name="csY2" fmla="*/ 3006090 h 30060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3714750" h="3006090">
                  <a:moveTo>
                    <a:pt x="0" y="0"/>
                  </a:moveTo>
                  <a:cubicBezTo>
                    <a:pt x="256222" y="961072"/>
                    <a:pt x="512445" y="1922145"/>
                    <a:pt x="1131570" y="2423160"/>
                  </a:cubicBezTo>
                  <a:cubicBezTo>
                    <a:pt x="1750695" y="2924175"/>
                    <a:pt x="2732722" y="2965132"/>
                    <a:pt x="3714750" y="3006090"/>
                  </a:cubicBezTo>
                </a:path>
              </a:pathLst>
            </a:cu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4" name="Straight Connector 273">
              <a:extLst>
                <a:ext uri="{FF2B5EF4-FFF2-40B4-BE49-F238E27FC236}">
                  <a16:creationId xmlns:a16="http://schemas.microsoft.com/office/drawing/2014/main" id="{706A948A-B494-9201-831B-12C8940E5AD0}"/>
                </a:ext>
              </a:extLst>
            </p:cNvPr>
            <p:cNvCxnSpPr>
              <a:cxnSpLocks/>
            </p:cNvCxnSpPr>
            <p:nvPr/>
          </p:nvCxnSpPr>
          <p:spPr>
            <a:xfrm>
              <a:off x="7571107" y="4064538"/>
              <a:ext cx="1600520" cy="0"/>
            </a:xfrm>
            <a:prstGeom prst="line">
              <a:avLst/>
            </a:prstGeom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Straight Connector 275">
              <a:extLst>
                <a:ext uri="{FF2B5EF4-FFF2-40B4-BE49-F238E27FC236}">
                  <a16:creationId xmlns:a16="http://schemas.microsoft.com/office/drawing/2014/main" id="{3FEC1195-2D43-3B08-A251-83A41FC3F0B5}"/>
                </a:ext>
              </a:extLst>
            </p:cNvPr>
            <p:cNvCxnSpPr>
              <a:cxnSpLocks/>
            </p:cNvCxnSpPr>
            <p:nvPr/>
          </p:nvCxnSpPr>
          <p:spPr>
            <a:xfrm>
              <a:off x="9171627" y="4063305"/>
              <a:ext cx="0" cy="1171636"/>
            </a:xfrm>
            <a:prstGeom prst="line">
              <a:avLst/>
            </a:prstGeom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Straight Connector 278">
              <a:extLst>
                <a:ext uri="{FF2B5EF4-FFF2-40B4-BE49-F238E27FC236}">
                  <a16:creationId xmlns:a16="http://schemas.microsoft.com/office/drawing/2014/main" id="{FCBB1A3D-7D7C-3760-A0C4-0E60CEA27F86}"/>
                </a:ext>
              </a:extLst>
            </p:cNvPr>
            <p:cNvCxnSpPr>
              <a:cxnSpLocks/>
            </p:cNvCxnSpPr>
            <p:nvPr/>
          </p:nvCxnSpPr>
          <p:spPr>
            <a:xfrm>
              <a:off x="7590992" y="4684789"/>
              <a:ext cx="4173580" cy="0"/>
            </a:xfrm>
            <a:prstGeom prst="line">
              <a:avLst/>
            </a:prstGeom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41A6C9DA-3570-9FCE-CF67-28CABE906659}"/>
                  </a:ext>
                </a:extLst>
              </p:cNvPr>
              <p:cNvSpPr txBox="1"/>
              <p:nvPr/>
            </p:nvSpPr>
            <p:spPr>
              <a:xfrm>
                <a:off x="7175218" y="4343530"/>
                <a:ext cx="628634" cy="3915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𝑖𝑛𝑓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41A6C9DA-3570-9FCE-CF67-28CABE9066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5218" y="4343530"/>
                <a:ext cx="628634" cy="391582"/>
              </a:xfrm>
              <a:prstGeom prst="rect">
                <a:avLst/>
              </a:prstGeom>
              <a:blipFill>
                <a:blip r:embed="rId5"/>
                <a:stretch>
                  <a:fillRect b="-9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8" name="TextBox 287">
            <a:extLst>
              <a:ext uri="{FF2B5EF4-FFF2-40B4-BE49-F238E27FC236}">
                <a16:creationId xmlns:a16="http://schemas.microsoft.com/office/drawing/2014/main" id="{F8858F98-5320-2923-D56D-746689ADD483}"/>
              </a:ext>
            </a:extLst>
          </p:cNvPr>
          <p:cNvSpPr txBox="1"/>
          <p:nvPr/>
        </p:nvSpPr>
        <p:spPr>
          <a:xfrm>
            <a:off x="9485777" y="5145062"/>
            <a:ext cx="20011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Temporal baseline</a:t>
            </a: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40E74449-1968-9A3F-FF6E-0B2371450A30}"/>
              </a:ext>
            </a:extLst>
          </p:cNvPr>
          <p:cNvSpPr txBox="1"/>
          <p:nvPr/>
        </p:nvSpPr>
        <p:spPr>
          <a:xfrm rot="16200000">
            <a:off x="6866353" y="2127912"/>
            <a:ext cx="1285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Coherence</a:t>
            </a:r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EB5795F9-5B00-8D24-4D21-4E3FF6B77C47}"/>
              </a:ext>
            </a:extLst>
          </p:cNvPr>
          <p:cNvSpPr/>
          <p:nvPr/>
        </p:nvSpPr>
        <p:spPr>
          <a:xfrm>
            <a:off x="2520315" y="2326704"/>
            <a:ext cx="203702" cy="198227"/>
          </a:xfrm>
          <a:prstGeom prst="rec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8561C0EA-9B29-BF0F-A2A0-84C590FA1BCA}"/>
              </a:ext>
            </a:extLst>
          </p:cNvPr>
          <p:cNvSpPr/>
          <p:nvPr/>
        </p:nvSpPr>
        <p:spPr>
          <a:xfrm>
            <a:off x="3195704" y="1814302"/>
            <a:ext cx="203702" cy="198227"/>
          </a:xfrm>
          <a:prstGeom prst="rec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935E13BB-3C17-C91E-A97D-AF0BCB9D2EB3}"/>
              </a:ext>
            </a:extLst>
          </p:cNvPr>
          <p:cNvSpPr/>
          <p:nvPr/>
        </p:nvSpPr>
        <p:spPr>
          <a:xfrm>
            <a:off x="3763740" y="1225080"/>
            <a:ext cx="203702" cy="198227"/>
          </a:xfrm>
          <a:prstGeom prst="rec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80825495-F47D-159E-3544-864D1B333A8C}"/>
              </a:ext>
            </a:extLst>
          </p:cNvPr>
          <p:cNvSpPr txBox="1"/>
          <p:nvPr/>
        </p:nvSpPr>
        <p:spPr>
          <a:xfrm>
            <a:off x="1854432" y="6222144"/>
            <a:ext cx="3089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Coherence of interferogram 1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AA520469-9310-6485-C9EC-B48ABFD5FFF3}"/>
              </a:ext>
            </a:extLst>
          </p:cNvPr>
          <p:cNvSpPr txBox="1"/>
          <p:nvPr/>
        </p:nvSpPr>
        <p:spPr>
          <a:xfrm>
            <a:off x="4631798" y="5712081"/>
            <a:ext cx="741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Intf</a:t>
            </a:r>
            <a:r>
              <a:rPr lang="en-US" dirty="0"/>
              <a:t>. 2</a:t>
            </a:r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2BF99431-CB04-1B86-A7CA-D5F5FF9008C3}"/>
              </a:ext>
            </a:extLst>
          </p:cNvPr>
          <p:cNvSpPr txBox="1"/>
          <p:nvPr/>
        </p:nvSpPr>
        <p:spPr>
          <a:xfrm>
            <a:off x="5138635" y="5121531"/>
            <a:ext cx="741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Intf</a:t>
            </a:r>
            <a:r>
              <a:rPr lang="en-US" dirty="0"/>
              <a:t>. 3</a:t>
            </a:r>
          </a:p>
        </p:txBody>
      </p:sp>
    </p:spTree>
    <p:extLst>
      <p:ext uri="{BB962C8B-B14F-4D97-AF65-F5344CB8AC3E}">
        <p14:creationId xmlns:p14="http://schemas.microsoft.com/office/powerpoint/2010/main" val="5260220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ded8b1b-070d-4629-82e4-c0b019f46057}" enabled="0" method="" siteId="{3ded8b1b-070d-4629-82e4-c0b019f4605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1031</TotalTime>
  <Words>19</Words>
  <Application>Microsoft Macintosh PowerPoint</Application>
  <PresentationFormat>Widescreen</PresentationFormat>
  <Paragraphs>9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 Lober</dc:creator>
  <cp:lastModifiedBy>Julia Lober</cp:lastModifiedBy>
  <cp:revision>1</cp:revision>
  <dcterms:created xsi:type="dcterms:W3CDTF">2025-12-10T00:15:55Z</dcterms:created>
  <dcterms:modified xsi:type="dcterms:W3CDTF">2025-12-10T17:27:20Z</dcterms:modified>
</cp:coreProperties>
</file>