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1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D23"/>
    <a:srgbClr val="A8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3BD9A5-7308-E243-963C-A50DE6B9F0B6}" v="43" dt="2025-12-11T17:47:25.7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5"/>
    <p:restoredTop sz="94640"/>
  </p:normalViewPr>
  <p:slideViewPr>
    <p:cSldViewPr snapToGrid="0">
      <p:cViewPr>
        <p:scale>
          <a:sx n="105" d="100"/>
          <a:sy n="105" d="100"/>
        </p:scale>
        <p:origin x="94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a Lober" userId="ff81a6c5-8a3c-409e-8169-f2bf6af6a88d" providerId="ADAL" clId="{FFB91BD3-6C4B-569F-A3C4-1B2517482AB3}"/>
    <pc:docChg chg="custSel addSld modSld">
      <pc:chgData name="Julia Lober" userId="ff81a6c5-8a3c-409e-8169-f2bf6af6a88d" providerId="ADAL" clId="{FFB91BD3-6C4B-569F-A3C4-1B2517482AB3}" dt="2025-12-11T17:48:27.763" v="90" actId="1076"/>
      <pc:docMkLst>
        <pc:docMk/>
      </pc:docMkLst>
      <pc:sldChg chg="addSp modSp new mod">
        <pc:chgData name="Julia Lober" userId="ff81a6c5-8a3c-409e-8169-f2bf6af6a88d" providerId="ADAL" clId="{FFB91BD3-6C4B-569F-A3C4-1B2517482AB3}" dt="2025-12-11T17:46:33.497" v="66" actId="1076"/>
        <pc:sldMkLst>
          <pc:docMk/>
          <pc:sldMk cId="295236159" sldId="258"/>
        </pc:sldMkLst>
        <pc:spChg chg="add mod">
          <ac:chgData name="Julia Lober" userId="ff81a6c5-8a3c-409e-8169-f2bf6af6a88d" providerId="ADAL" clId="{FFB91BD3-6C4B-569F-A3C4-1B2517482AB3}" dt="2025-12-11T17:43:37.892" v="4" actId="208"/>
          <ac:spMkLst>
            <pc:docMk/>
            <pc:sldMk cId="295236159" sldId="258"/>
            <ac:spMk id="4" creationId="{10E12221-C379-16F7-346F-D1A5149C30D8}"/>
          </ac:spMkLst>
        </pc:spChg>
        <pc:spChg chg="add mod">
          <ac:chgData name="Julia Lober" userId="ff81a6c5-8a3c-409e-8169-f2bf6af6a88d" providerId="ADAL" clId="{FFB91BD3-6C4B-569F-A3C4-1B2517482AB3}" dt="2025-12-11T17:43:43.649" v="6" actId="1076"/>
          <ac:spMkLst>
            <pc:docMk/>
            <pc:sldMk cId="295236159" sldId="258"/>
            <ac:spMk id="5" creationId="{5CEDF287-D60E-C6B2-7FBA-E4B3CC639D24}"/>
          </ac:spMkLst>
        </pc:spChg>
        <pc:spChg chg="add mod">
          <ac:chgData name="Julia Lober" userId="ff81a6c5-8a3c-409e-8169-f2bf6af6a88d" providerId="ADAL" clId="{FFB91BD3-6C4B-569F-A3C4-1B2517482AB3}" dt="2025-12-11T17:44:09.647" v="14" actId="2085"/>
          <ac:spMkLst>
            <pc:docMk/>
            <pc:sldMk cId="295236159" sldId="258"/>
            <ac:spMk id="6" creationId="{5B61D56F-B742-8982-1311-B33E437E033F}"/>
          </ac:spMkLst>
        </pc:spChg>
        <pc:spChg chg="add mod">
          <ac:chgData name="Julia Lober" userId="ff81a6c5-8a3c-409e-8169-f2bf6af6a88d" providerId="ADAL" clId="{FFB91BD3-6C4B-569F-A3C4-1B2517482AB3}" dt="2025-12-11T17:46:27.207" v="65" actId="1076"/>
          <ac:spMkLst>
            <pc:docMk/>
            <pc:sldMk cId="295236159" sldId="258"/>
            <ac:spMk id="7" creationId="{330D8CDD-DAC7-8F91-D552-299DBD78CBD8}"/>
          </ac:spMkLst>
        </pc:spChg>
        <pc:spChg chg="add mod">
          <ac:chgData name="Julia Lober" userId="ff81a6c5-8a3c-409e-8169-f2bf6af6a88d" providerId="ADAL" clId="{FFB91BD3-6C4B-569F-A3C4-1B2517482AB3}" dt="2025-12-11T17:45:07.359" v="30" actId="207"/>
          <ac:spMkLst>
            <pc:docMk/>
            <pc:sldMk cId="295236159" sldId="258"/>
            <ac:spMk id="8" creationId="{53FAE0BC-5CB7-F786-EE6D-07BB19230322}"/>
          </ac:spMkLst>
        </pc:spChg>
        <pc:spChg chg="add mod">
          <ac:chgData name="Julia Lober" userId="ff81a6c5-8a3c-409e-8169-f2bf6af6a88d" providerId="ADAL" clId="{FFB91BD3-6C4B-569F-A3C4-1B2517482AB3}" dt="2025-12-11T17:45:43.832" v="56" actId="14100"/>
          <ac:spMkLst>
            <pc:docMk/>
            <pc:sldMk cId="295236159" sldId="258"/>
            <ac:spMk id="9" creationId="{F1A64EF7-848E-B1B7-C338-97BFB81D3AAB}"/>
          </ac:spMkLst>
        </pc:spChg>
        <pc:spChg chg="add mod">
          <ac:chgData name="Julia Lober" userId="ff81a6c5-8a3c-409e-8169-f2bf6af6a88d" providerId="ADAL" clId="{FFB91BD3-6C4B-569F-A3C4-1B2517482AB3}" dt="2025-12-11T17:46:33.497" v="66" actId="1076"/>
          <ac:spMkLst>
            <pc:docMk/>
            <pc:sldMk cId="295236159" sldId="258"/>
            <ac:spMk id="10" creationId="{ADBBF736-9A7C-DB0F-CFD2-DAA22F616F04}"/>
          </ac:spMkLst>
        </pc:spChg>
        <pc:picChg chg="add">
          <ac:chgData name="Julia Lober" userId="ff81a6c5-8a3c-409e-8169-f2bf6af6a88d" providerId="ADAL" clId="{FFB91BD3-6C4B-569F-A3C4-1B2517482AB3}" dt="2025-12-11T17:42:39.455" v="1"/>
          <ac:picMkLst>
            <pc:docMk/>
            <pc:sldMk cId="295236159" sldId="258"/>
            <ac:picMk id="1026" creationId="{0FE2241A-9970-A3CE-2AE6-98CAC230653D}"/>
          </ac:picMkLst>
        </pc:picChg>
      </pc:sldChg>
      <pc:sldChg chg="addSp delSp modSp new mod">
        <pc:chgData name="Julia Lober" userId="ff81a6c5-8a3c-409e-8169-f2bf6af6a88d" providerId="ADAL" clId="{FFB91BD3-6C4B-569F-A3C4-1B2517482AB3}" dt="2025-12-11T17:48:27.763" v="90" actId="1076"/>
        <pc:sldMkLst>
          <pc:docMk/>
          <pc:sldMk cId="3303330227" sldId="259"/>
        </pc:sldMkLst>
        <pc:spChg chg="del">
          <ac:chgData name="Julia Lober" userId="ff81a6c5-8a3c-409e-8169-f2bf6af6a88d" providerId="ADAL" clId="{FFB91BD3-6C4B-569F-A3C4-1B2517482AB3}" dt="2025-12-11T17:47:00.443" v="69" actId="478"/>
          <ac:spMkLst>
            <pc:docMk/>
            <pc:sldMk cId="3303330227" sldId="259"/>
            <ac:spMk id="2" creationId="{FD510B8C-CBC0-046D-2294-1BF44D13E333}"/>
          </ac:spMkLst>
        </pc:spChg>
        <pc:spChg chg="del">
          <ac:chgData name="Julia Lober" userId="ff81a6c5-8a3c-409e-8169-f2bf6af6a88d" providerId="ADAL" clId="{FFB91BD3-6C4B-569F-A3C4-1B2517482AB3}" dt="2025-12-11T17:46:57.729" v="68" actId="931"/>
          <ac:spMkLst>
            <pc:docMk/>
            <pc:sldMk cId="3303330227" sldId="259"/>
            <ac:spMk id="3" creationId="{4EECD4A8-4254-2560-47B3-5B9E7FCCB29D}"/>
          </ac:spMkLst>
        </pc:spChg>
        <pc:picChg chg="add mod">
          <ac:chgData name="Julia Lober" userId="ff81a6c5-8a3c-409e-8169-f2bf6af6a88d" providerId="ADAL" clId="{FFB91BD3-6C4B-569F-A3C4-1B2517482AB3}" dt="2025-12-11T17:47:16.032" v="75" actId="1076"/>
          <ac:picMkLst>
            <pc:docMk/>
            <pc:sldMk cId="3303330227" sldId="259"/>
            <ac:picMk id="5" creationId="{A5308BFE-BC52-2729-B9EC-949ED80CA110}"/>
          </ac:picMkLst>
        </pc:picChg>
        <pc:picChg chg="add mod">
          <ac:chgData name="Julia Lober" userId="ff81a6c5-8a3c-409e-8169-f2bf6af6a88d" providerId="ADAL" clId="{FFB91BD3-6C4B-569F-A3C4-1B2517482AB3}" dt="2025-12-11T17:48:27.763" v="90" actId="1076"/>
          <ac:picMkLst>
            <pc:docMk/>
            <pc:sldMk cId="3303330227" sldId="259"/>
            <ac:picMk id="7" creationId="{BD693B91-33B3-5A0F-96D4-76774455697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69EE68-791D-8A4D-A6F4-910844E13EE3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1DAE21-C8A1-7E47-B201-BF7EBCCD15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83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1DAE21-C8A1-7E47-B201-BF7EBCCD151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79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63CFC-AECB-37DB-192E-BDAD20CC6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EA6801-F486-0CF8-9F39-781BD74C2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082C4-7CBB-7FBA-7194-89DA3473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592B3-AE93-8E3A-78F7-91245D91C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70B0-A4B8-14A2-DFC7-EECFDBD0D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239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1BED2-9503-7B82-6EFB-12906310C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2EFBC-ABF0-411F-227C-39C1B6582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D161B-0E36-B9C4-90E6-2A3A4D30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135D1-0756-B883-D5E1-0F94254C9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D9F2B-3436-8920-0B15-EAAD74D26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870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D2E5-256F-4BB9-51CB-2CF4B9EDF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C9909-62B4-8DFB-3AD1-08D21E1BE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87AD3-F3AF-09F4-EA2A-C29E967BF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4F25C-136D-7A9E-F296-95EA272E5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385A8-7737-7864-B540-9D29E590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48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17C3E-48EB-F2BD-DAA1-6F330E34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046C6-FA76-3A1B-54FA-2062C8889B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D2EDAB-36E0-1036-92B2-1B1A2F238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8B9762-9261-8BD9-797E-AA5F10636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A3762-8923-F2B8-8A00-CC46340B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FC1210-0088-12C1-AA5E-3A3DC9CF0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5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C8C1-0B8C-5BBC-0CCC-FD0C48FAC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AE203-F766-9B28-D08B-A28C35DED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C45AB-F1A6-02F0-CDC5-ADC6A3FA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BC9066-85DE-9524-A035-A1B5FE130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AFE86-AE8A-2853-F12F-7024DFA5B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B779E-47A8-9666-A716-0C4F89BA2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3E3962-2168-26EB-323F-08040047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F5A633-19B4-F4E5-7EB3-2E56CE91F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8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FDB4A-0D10-1292-326B-A71EA021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7BBA8-A5C4-042B-4440-2A0AC251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2919A-13F3-2A42-162A-EC12234A9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8CAC1D-8D04-FA53-01C8-E0400D30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AF9D0F-7A5E-8122-65EE-A79C738FC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22879-5106-9358-2070-17961719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A15AB-2F75-EB5F-AAF2-01CCF6F12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4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C0BE6-7777-AB55-6721-C24255C7F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9A64-2A56-2F3C-E69E-6DE3FDB4A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50D4FB-144F-CF5D-5906-867989BD5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DCC96-743C-EB5F-D2B8-35C37132D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9E510-70B5-A134-1166-7EF2F8F2E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9F879-96D9-0B23-5EFC-9FB6E4AB2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416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4C53-1137-51A3-464F-C64918081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DB701-A607-7FE6-CF43-132C6FDCD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101BB-97FE-F8A6-C398-C0854FE0A5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3B328-8568-DD54-19E2-3C14D5C3E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89085-009F-A6AF-4971-E2CDF10F9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A0908-F391-E96A-98E1-E3AE5361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41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43E4F-FADB-D46D-C959-BD20B0E1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0C482-8680-731D-7649-D7BB387538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9068D-0E40-4089-6649-73ED2DD2A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2CE48-6017-D77F-C887-AEAF79715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17CDEE-DA91-D5DA-B9FD-7891EC5B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906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8DD9E5-1309-0BC9-A937-B04F136D9D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0534D-276E-DA0A-8917-9481C78E7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92E42-2EC9-F190-4B7B-BB7E8DA9E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DDD6F-4FE7-DA8F-43A4-98EC539D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1043C-DB27-870A-59DE-885BDDE39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359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9CE310-EAC4-A5F2-C0A2-29ADBCB23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EBD6E-8B7E-BAB9-B771-21B53F39A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2C53F-4745-ED33-0546-671F7279A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0A7020-6DD7-FC44-8619-9FCEA0CB2A5F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12E42-C410-3C2D-F2AA-C871E800C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EED13-EF8E-41E5-182D-8BA61B3C2B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95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B24804F-04AC-FBFD-4DF3-E937095C9E21}"/>
              </a:ext>
            </a:extLst>
          </p:cNvPr>
          <p:cNvGrpSpPr/>
          <p:nvPr/>
        </p:nvGrpSpPr>
        <p:grpSpPr>
          <a:xfrm>
            <a:off x="1542425" y="748072"/>
            <a:ext cx="4770745" cy="4754880"/>
            <a:chOff x="647388" y="1605446"/>
            <a:chExt cx="4770745" cy="4754880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EFB176A8-E1B8-C567-CDD0-6FB64ECA04C9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DE4B2F5B-7D58-1312-724A-A6F9633DF312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F29967B2-2530-1E30-0CCB-601ECDECF664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5AB67796-8122-4FE5-80E0-710CD26942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63D59D0A-8486-11ED-24A3-4F022BE78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82DF41F4-96B7-D840-7D09-86E89C74E9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1E203997-A57F-8144-D89B-829B875ED5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F0F801B4-D5D8-D972-0EA5-D98A4D66B9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A9D03BE2-2F50-3EFB-9A06-1D91259779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5E90A59E-3C52-7E40-DA6B-005D8BCDD2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5DCE8663-F99F-ABF3-FA63-03D69DBF3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3A9B2428-4D11-5A3F-BDEC-A6CCE33C2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F622C488-D895-FEC7-4E5F-93407630E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B9673807-3E7F-8FFC-E33E-28F0122C30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B6C45176-BB8A-CFE2-DFDE-19DC206F2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EEEFA8F-C504-F431-BE5D-FBC2502588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F6E76CE3-0254-1A96-800A-0935D0E09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881ED724-01D7-7618-0AE0-5132E15F10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39C8B599-0AD7-C1E0-0874-30D567E593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F0CE95FE-AF63-A496-D57C-1B29D7709C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1872BAFC-CF21-7BDD-FAA8-B9421DBCE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5B1FB4CE-D1CF-5298-5485-1D3FC55AA8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3997D01B-1206-5DD5-6E24-EFE24BE3C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1D5B951E-4027-267B-8A8C-2E06105432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B9BEF7FE-EA95-3FD8-7A95-76CC58C1C2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06A9A249-9893-619E-51FB-70046FA86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C12793BE-5E44-667E-3B28-57C0E28D1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878B05C2-1ECC-D315-B88D-E0A39E6F1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A645B6BF-150D-DFDF-E141-4AD340FB8A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A16A1AA6-AC53-F5D2-784D-5EA3A7408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2FE0D51-FF5D-F799-4C1C-7990A7A16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1B697FB3-E076-0647-2ED7-E4ED69C439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8D76E641-C6CF-841A-189D-431B6E6A3A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71B92B6E-553A-AC21-59CA-09460589A24B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0118AD3B-3F6E-F6D4-C8D2-3A8F419B13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9820F936-AFC4-73AB-EF19-3BAF65ADE7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EDBE57C9-0E02-3086-D48A-0DDDC7B4C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86C958E9-3964-F239-6697-B613F52BD0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99588B73-8351-E23A-CE1F-C5049813D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CA26D45A-1A01-C6FC-30DE-2288199DCB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Connector 146">
                  <a:extLst>
                    <a:ext uri="{FF2B5EF4-FFF2-40B4-BE49-F238E27FC236}">
                      <a16:creationId xmlns:a16="http://schemas.microsoft.com/office/drawing/2014/main" id="{34C2F8EA-C19D-974D-993F-0A2714F813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2E0F8FC7-6BB0-8C98-6304-7D264F381E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380925A0-AE74-E059-3CF2-6F7C288AD8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DC1DAD7F-21C5-9D20-FCF3-92225D42E8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1933FF5F-CEF8-9BA1-8284-9D38D3F3A4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10ED7844-905B-7108-D5C4-7B9516CE74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93ABE01B-26DC-BA99-4977-B98F41837D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BA96E292-5882-45CC-5FD0-6C00BF4386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351C7A47-A15C-FE15-001F-533086E1ED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B0060A2E-14C5-4228-CE01-A76D197613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F54E8D3-1414-709B-2675-FE7D02C6D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E820F981-6573-4AEB-B304-67250A560C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268847DF-D6B6-23DA-D924-192B36B19D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43959A56-1096-084C-B344-CCAD24418F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3A4DE2DD-1B76-C1E9-C355-20C95BFEF4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695D1426-0EC1-28FD-6E0A-5FBE84BAF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854A329A-E2A6-4704-A5DF-2783204F36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4CDA0090-88A5-3E52-A9D4-4FB35B9A34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2A903687-9C7D-806C-0EF2-63967664B0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DFB8068C-7725-077E-0186-4E9E104F6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83029B8A-2FAB-AD8B-808E-E8A85FB45C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BF478E73-21A9-87BA-7872-6146023CB2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A0E634C-4E98-FF4B-F197-1C864CB77F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95161ED3-9713-4089-7A4F-2193793800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96B27BA-6A54-E0B9-84DC-FFE3274A4D17}"/>
              </a:ext>
            </a:extLst>
          </p:cNvPr>
          <p:cNvGrpSpPr/>
          <p:nvPr/>
        </p:nvGrpSpPr>
        <p:grpSpPr>
          <a:xfrm rot="5400000">
            <a:off x="1147621" y="1168827"/>
            <a:ext cx="4770745" cy="4754880"/>
            <a:chOff x="647388" y="1605446"/>
            <a:chExt cx="4770745" cy="475488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37C1DB2-330D-87B4-C889-2E0A8C9C70BE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F47167D6-D234-3BAA-27CC-12D4A89847AF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7C26FFF8-5B87-DA9B-97F2-DB9653D9CA75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25B4BED8-ACF3-5DD5-6017-616277C092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7700C0A0-7E0D-18B6-32B4-AA2E65AFFE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0F329B22-9076-31CB-8107-BC64A9B33D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FAFE79D-10C7-E5DF-49D4-7DD5EDEB37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47A541E1-4F00-F67F-3E5B-C940B4C35D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AA0987A-6461-A62D-5170-1E1AB623E3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8773FFBD-AF08-811E-E95B-ECC4204266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87773ADD-51B9-FB22-7F5D-E1CC21CF12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5CFFF0DB-8B0B-BB43-ED44-B3A2B14F5A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36715854-68BA-65F1-3659-09E5A09137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079BA72C-CA58-5563-1CE1-3F604BDC8D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4A01FC81-466C-B540-7084-E0D788AFB1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8C9DF144-3AF1-274D-D089-078031A971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FF78ACF5-9E9A-F2B0-34D8-500B3EC296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86AC070A-26FF-2091-8F98-66B40834BB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EB3E9BB1-FF48-B820-577F-3DEFE88E5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AF64DF73-CFAC-EE0E-7E3E-1EB81E31C5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209CB408-DC23-9522-49D5-84F48C44B8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4E07CAEA-D14D-A139-674A-25EEC05C29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EC1CB10-32B6-AAC7-5B6C-614CA7C563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ED9BC6C7-0931-8846-34E5-338DE7C74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EE2C490-8459-1B5E-6B41-C20E88A6AD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65271482-A36D-2AD4-EFA7-2AE69681C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230D250D-CBBF-E3F0-4352-C63263BC80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220D39F8-E75F-3C72-50D5-DBCFE017CB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D12E613E-B043-991A-88DF-FA344D0296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970BC9CE-1796-39EB-A3DE-A1AE61441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695084C5-3615-0088-88D6-2D5CB46EC9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87AEB56F-B457-991B-55AE-B40ECD94D8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C37A1308-0D45-A352-845F-227F9667BE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6B357E5C-F7C9-C123-26F1-3194E744A536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406AEF92-A7C7-E1F7-96F0-7DABDAF55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ABF585E5-B66F-CA71-56AC-E2C77021A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18447DEF-DCD6-3602-8534-0C0207753F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0C0EFBC-7B7D-71A2-CD37-4D8BEC03FF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DF03F254-3DB6-82B5-0C18-6FB9CA38F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FB5EC10F-0AD0-FE81-ADAE-1BCEBE291B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25E784D5-112C-BFD9-C2AE-62454D704F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89BA1245-E617-5BD4-E2AA-1E4B2C5EB4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70BCEC07-1550-184D-7090-87AD5D3968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1353B190-B4FF-B6EA-4E2C-BE3698BCEF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44B7AE7-00A1-C14A-6D97-F29AEB7B06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79594F66-107C-9D91-D033-F7B3CEFA3F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EF989658-BFDD-ACFB-DE01-07710E9B61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D7E76A86-8A1A-B6E3-2562-72C0BA3FEE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BCCA5D50-9404-9C58-AB82-FC3CF7FEF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06F3B4A4-5A72-7CD1-6C54-3132CE84DA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1D6C1048-64FE-2B0C-10AA-56970C5F68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24BA85ED-C260-56F7-6629-5F1779EE80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B3F12751-68A8-D0CE-7CB6-6AC9642C0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59A1CFB6-E57A-7D78-E68E-6D0B8BB611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5CC7D42D-A6A3-974E-2175-B10D668A73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37FB69BE-29EC-DB82-0682-3FABA1E3F5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EDD8C6C1-C834-FD02-FD14-1E388C2A73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2370BA61-65F5-0D34-2496-9E63264260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399E5D76-5578-343C-4616-C3E226E64E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F50250F4-1E2E-907A-4FD5-34255D2A4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3AFE745E-7EB5-36F1-D831-B839A52DE3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139F534B-149B-E0E2-9BA1-1D7E3D4CB8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0BC3B472-1A6E-7F98-3572-AE7D1FF563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BB1416E4-AB96-4E6A-FF31-4301D111AF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F5457B9-BAC6-D271-A0B2-B812EF9D2313}"/>
              </a:ext>
            </a:extLst>
          </p:cNvPr>
          <p:cNvGrpSpPr/>
          <p:nvPr/>
        </p:nvGrpSpPr>
        <p:grpSpPr>
          <a:xfrm>
            <a:off x="647388" y="1605446"/>
            <a:ext cx="4770745" cy="4754880"/>
            <a:chOff x="647388" y="1605446"/>
            <a:chExt cx="4770745" cy="4754880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25129E3-61DF-9C22-2FBF-C1A28CE59617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9D401A5-33D4-63C8-9445-04DF4FBA6599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2885E14E-AABE-9710-2C8A-706B3650C7B7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4C68095E-B9D9-6E4E-6F2D-D6186BF1D1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A003ACCA-1566-70FC-1522-DE3C364C5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D42B997-83E7-185B-7AE1-6E7F7EE42C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02372FC-53A3-14FD-8226-2B152EE3A2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91078AC8-FF0B-E435-F3F4-2B56DE402F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535625C0-E48A-878C-E8CC-81959C69FD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D095A15E-DCA3-E9B2-EC67-C3B3DCD86E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2BC0FE33-457C-05C1-ACA5-69DA4E05DE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EE42CA44-4FE5-0E42-D2B9-B5752C0BE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DC6C8171-B978-5CD7-C524-ADA85F135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971F77-CB9E-046C-A499-FDA558207C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DAE04C9-47E2-ABCE-BD85-DD0664545D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97FD99-653F-712A-F3B7-F9AB83EBE5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9DE39DB-4FF0-84E4-2966-82EAD9C888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B489B2C-FF97-8670-C2AD-34A0BDDBE1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3AFA7C-2769-84F5-090E-530B0E3C86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4AD232-2228-F5CA-B1F6-C253BCA5E8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5E7030A-6D6D-F47A-434F-16873D1C35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0D9C6203-D846-73B0-A42D-B909AB55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12F0A11-A445-F8A5-245B-7EC85C4677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85B418E-0331-30C5-E495-6D58BC12EE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7005EC9-82D1-B7C4-35C8-8E29A9DFA8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E9A248D3-B213-96F9-DD4B-AD23F6AA0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65AA523B-8259-A6A3-B927-DFADC8A6B2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93E62909-6F04-F965-CF76-2FD6997759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24F62824-474F-30FC-4D3D-265C2506A7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9E35B3C-7662-894E-DE08-A078D9857A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5D5571C-A368-0489-1406-0E34FB238F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7DEFD35-F859-22D4-D963-B333CBEDDC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7C4EE944-A188-B8CE-44C6-75BDD1F1F0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58570820-C3E3-600E-F0AE-262F10A6B55C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DD45F5FC-8CA1-D1E1-038A-CBA9CF631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5CDC0CEF-4303-57D6-B212-D505C00ECE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4638D136-7B41-2D15-7525-3BCB6D142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BE2E1E44-E079-FC4F-A016-D2FA327D33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E4E9E45-8E91-B282-8FFD-7A59FBE5F1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A87B0FA-100B-FBA1-D0C7-5099901B02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F7D20B01-31AA-285D-DD8D-786C0B5ED5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212A913-D9F5-810D-E20B-BC937F05D6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45F99CC-0A81-463A-A224-59BD1D550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D0CEB95-925B-D8B3-3F94-BBF19FDFF0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171F7BC-003D-D077-FCF4-8895824BC7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F0DBB1-75FE-BDFD-A745-BCDA4BC224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4F1A8B5-7026-12CC-6357-84B5255B7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DDC7C978-A24B-E3F1-CDC9-645FCAB45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B19F2193-7569-5E72-860E-15B2760D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BBD10B9-C037-33E9-442F-0187AD4264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84B4C084-8804-5A20-8DA6-22F1374883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F4DD8BB2-63C3-25A8-A7D2-6B0B131FB5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BE559C45-6DD3-8521-093D-604B58A843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563D6E1B-1311-0078-65A1-D819EA2C57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C14174F-3052-B08C-B6F9-2E6A767C5D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9C478FDD-1E68-5265-7DBB-CDF57E9B7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81D6CE-C999-E1A6-29EF-BA1857DE74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6D601435-625D-9216-DE26-98FCAD271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D7485A4-DCD4-73DE-385F-64F36088F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952D057-77C4-E812-F0AC-4A85EA646B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AADDF447-1846-9906-3E30-01B13A228B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0EF1C051-A014-7E73-EAC3-23B5220D2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3301470-03B2-A9C2-A259-D060675D58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BF41173C-0C72-DFB5-D6C1-239AE0516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17572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3EB8ABDD-1A59-3055-8E67-B68FC07527A1}"/>
              </a:ext>
            </a:extLst>
          </p:cNvPr>
          <p:cNvGrpSpPr/>
          <p:nvPr/>
        </p:nvGrpSpPr>
        <p:grpSpPr>
          <a:xfrm>
            <a:off x="2890966" y="-2820490"/>
            <a:ext cx="2331720" cy="2331720"/>
            <a:chOff x="1355074" y="1795749"/>
            <a:chExt cx="2331720" cy="233172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EC776B2-979B-255F-7360-192D4C431EF9}"/>
                </a:ext>
              </a:extLst>
            </p:cNvPr>
            <p:cNvCxnSpPr/>
            <p:nvPr/>
          </p:nvCxnSpPr>
          <p:spPr>
            <a:xfrm>
              <a:off x="1744031" y="1795750"/>
              <a:ext cx="0" cy="23317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BD98071-3932-BEF6-833C-3281F71406F5}"/>
                </a:ext>
              </a:extLst>
            </p:cNvPr>
            <p:cNvCxnSpPr>
              <a:cxnSpLocks/>
            </p:cNvCxnSpPr>
            <p:nvPr/>
          </p:nvCxnSpPr>
          <p:spPr>
            <a:xfrm>
              <a:off x="1355074" y="2184370"/>
              <a:ext cx="2331720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5F6B820-808D-175D-D3B3-69A238402EA9}"/>
                </a:ext>
              </a:extLst>
            </p:cNvPr>
            <p:cNvCxnSpPr/>
            <p:nvPr/>
          </p:nvCxnSpPr>
          <p:spPr>
            <a:xfrm>
              <a:off x="2521944" y="1795750"/>
              <a:ext cx="0" cy="23317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A270447-CE38-3AC7-3DB4-3C77A028CAF5}"/>
                </a:ext>
              </a:extLst>
            </p:cNvPr>
            <p:cNvCxnSpPr/>
            <p:nvPr/>
          </p:nvCxnSpPr>
          <p:spPr>
            <a:xfrm>
              <a:off x="3299857" y="1795749"/>
              <a:ext cx="0" cy="23317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E6163DC-C0B0-3996-4F80-27CB7CF880F8}"/>
                </a:ext>
              </a:extLst>
            </p:cNvPr>
            <p:cNvCxnSpPr>
              <a:cxnSpLocks/>
            </p:cNvCxnSpPr>
            <p:nvPr/>
          </p:nvCxnSpPr>
          <p:spPr>
            <a:xfrm>
              <a:off x="1355074" y="2961608"/>
              <a:ext cx="2331720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043C9D1-58DF-BA6C-B67B-ABC90958B2EA}"/>
                </a:ext>
              </a:extLst>
            </p:cNvPr>
            <p:cNvCxnSpPr>
              <a:cxnSpLocks/>
            </p:cNvCxnSpPr>
            <p:nvPr/>
          </p:nvCxnSpPr>
          <p:spPr>
            <a:xfrm>
              <a:off x="1355074" y="3738850"/>
              <a:ext cx="2331720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4669305-5AC4-4306-198A-A62C1BA98CED}"/>
              </a:ext>
            </a:extLst>
          </p:cNvPr>
          <p:cNvGrpSpPr>
            <a:grpSpLocks noChangeAspect="1"/>
          </p:cNvGrpSpPr>
          <p:nvPr/>
        </p:nvGrpSpPr>
        <p:grpSpPr>
          <a:xfrm>
            <a:off x="458582" y="243120"/>
            <a:ext cx="5629935" cy="2738220"/>
            <a:chOff x="873864" y="1000715"/>
            <a:chExt cx="7429950" cy="361369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E5549E3-8985-8569-0C4E-3B65D69DB7E3}"/>
                </a:ext>
              </a:extLst>
            </p:cNvPr>
            <p:cNvCxnSpPr>
              <a:cxnSpLocks/>
            </p:cNvCxnSpPr>
            <p:nvPr/>
          </p:nvCxnSpPr>
          <p:spPr>
            <a:xfrm>
              <a:off x="3660606" y="1414004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2E3E14F-91AB-9418-86FD-6A02DC638B19}"/>
                </a:ext>
              </a:extLst>
            </p:cNvPr>
            <p:cNvCxnSpPr>
              <a:cxnSpLocks/>
            </p:cNvCxnSpPr>
            <p:nvPr/>
          </p:nvCxnSpPr>
          <p:spPr>
            <a:xfrm>
              <a:off x="1328886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23CC570-5720-2827-7FE9-FDD88F772C19}"/>
                </a:ext>
              </a:extLst>
            </p:cNvPr>
            <p:cNvCxnSpPr>
              <a:cxnSpLocks/>
            </p:cNvCxnSpPr>
            <p:nvPr/>
          </p:nvCxnSpPr>
          <p:spPr>
            <a:xfrm>
              <a:off x="2106799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AC91B7C-392C-D590-77FA-A77DA7EA2F47}"/>
                </a:ext>
              </a:extLst>
            </p:cNvPr>
            <p:cNvCxnSpPr>
              <a:cxnSpLocks/>
            </p:cNvCxnSpPr>
            <p:nvPr/>
          </p:nvCxnSpPr>
          <p:spPr>
            <a:xfrm>
              <a:off x="2884712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187FD1-2A69-2629-D06F-DB949A490FB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19480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2C62B4-C706-C139-25AE-1F6E8C9942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97204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ECF441-8E55-2A54-736E-DFCE53A0C7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174928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FC64A2F-57C7-5DB2-86D0-CD335CA399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252652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64A74F-B08A-FF86-84A5-F381B8C5106B}"/>
                </a:ext>
              </a:extLst>
            </p:cNvPr>
            <p:cNvSpPr/>
            <p:nvPr/>
          </p:nvSpPr>
          <p:spPr>
            <a:xfrm>
              <a:off x="1328886" y="1795006"/>
              <a:ext cx="2331720" cy="2331719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DC7B9C5-FF78-8638-87BE-67DE545180B1}"/>
                </a:ext>
              </a:extLst>
            </p:cNvPr>
            <p:cNvCxnSpPr/>
            <p:nvPr/>
          </p:nvCxnSpPr>
          <p:spPr>
            <a:xfrm flipV="1">
              <a:off x="1744031" y="1961002"/>
              <a:ext cx="239005" cy="223368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B4039C0-3840-9766-EC7A-4ABFE251D006}"/>
                </a:ext>
              </a:extLst>
            </p:cNvPr>
            <p:cNvCxnSpPr/>
            <p:nvPr/>
          </p:nvCxnSpPr>
          <p:spPr>
            <a:xfrm flipV="1">
              <a:off x="2521943" y="1956048"/>
              <a:ext cx="239005" cy="223368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AEDE38A-2271-B3D6-FEF4-B04A70D62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9856" y="2067732"/>
              <a:ext cx="169997" cy="111684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9AC7797-4628-014E-ABB8-AFC749837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9855" y="2849924"/>
              <a:ext cx="169997" cy="111684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CAC31D6-8B13-DF60-ECA3-A080B5DF3C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0934" y="2711457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AB65634-F1AB-AA11-3C22-1A504818FB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7034" y="2710715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F7D04E4-B97F-8C6F-FFC1-D59D3E9D0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021" y="3487957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95389C2-EA29-2F71-5BB8-A69EDF6981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0933" y="3553272"/>
              <a:ext cx="219972" cy="19170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2D711E5-5B0B-3467-A118-D4287AA42C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8845" y="3649122"/>
              <a:ext cx="191053" cy="95850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00F2421-BCAB-4C26-FCE6-465ED927C4DA}"/>
                </a:ext>
              </a:extLst>
            </p:cNvPr>
            <p:cNvCxnSpPr>
              <a:cxnSpLocks/>
            </p:cNvCxnSpPr>
            <p:nvPr/>
          </p:nvCxnSpPr>
          <p:spPr>
            <a:xfrm>
              <a:off x="7890156" y="1414004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B06AF5E-1DDF-F484-F382-853DF62008EC}"/>
                </a:ext>
              </a:extLst>
            </p:cNvPr>
            <p:cNvCxnSpPr>
              <a:cxnSpLocks/>
            </p:cNvCxnSpPr>
            <p:nvPr/>
          </p:nvCxnSpPr>
          <p:spPr>
            <a:xfrm>
              <a:off x="5558436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807BF39-6117-745F-5CDE-F9D2539B2427}"/>
                </a:ext>
              </a:extLst>
            </p:cNvPr>
            <p:cNvCxnSpPr>
              <a:cxnSpLocks/>
            </p:cNvCxnSpPr>
            <p:nvPr/>
          </p:nvCxnSpPr>
          <p:spPr>
            <a:xfrm>
              <a:off x="6336349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899189AB-E280-2AF1-8F0F-77103099853E}"/>
                </a:ext>
              </a:extLst>
            </p:cNvPr>
            <p:cNvCxnSpPr>
              <a:cxnSpLocks/>
            </p:cNvCxnSpPr>
            <p:nvPr/>
          </p:nvCxnSpPr>
          <p:spPr>
            <a:xfrm>
              <a:off x="7114262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BC92F06-A74A-39FE-C1AF-83C63A347F9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19480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4C24DDF-CD2F-0325-5F17-BF837AA0F3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97204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095BC82-2C8C-76FD-62CC-7312E97AB19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174928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1DD85A7-FA90-41EE-8FD8-3D7304381F9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252652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7EE003D-FC86-6D09-D7B6-BB5ECC8E2EF2}"/>
                </a:ext>
              </a:extLst>
            </p:cNvPr>
            <p:cNvSpPr/>
            <p:nvPr/>
          </p:nvSpPr>
          <p:spPr>
            <a:xfrm>
              <a:off x="5558436" y="1795006"/>
              <a:ext cx="2331720" cy="2331719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09A896C-AEED-7105-1CB2-BD50151DEE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3581" y="2067732"/>
              <a:ext cx="181384" cy="116638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65A899E0-8448-0F24-A5A6-C7E339F915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1493" y="2067732"/>
              <a:ext cx="218962" cy="111684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AD02A37-5DE0-3F11-A26D-ED1DD74095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9406" y="2127783"/>
              <a:ext cx="190042" cy="51633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7436127-7EC2-F4DD-A9EB-5EDC5675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9405" y="2905023"/>
              <a:ext cx="190043" cy="56585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F9204821-28FC-BDB0-2339-F83F2E5393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0484" y="2956654"/>
              <a:ext cx="213157" cy="4954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BFFC8BD8-1AEF-65EB-820F-F70F9C894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66584" y="2835790"/>
              <a:ext cx="176991" cy="125076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8DCC2AF-C39E-0DF0-33ED-42E0AA650F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2571" y="3487957"/>
              <a:ext cx="171004" cy="250151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BBB6DB4-6F93-80D3-5466-F1FE6FECB3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0483" y="3639048"/>
              <a:ext cx="219971" cy="105925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997E3E4-5B5E-ABCB-6AA4-CE264F4574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8395" y="3690180"/>
              <a:ext cx="217952" cy="54792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0C1D5FE-831A-8ED5-F6B9-C1673D8AC510}"/>
                </a:ext>
              </a:extLst>
            </p:cNvPr>
            <p:cNvSpPr txBox="1"/>
            <p:nvPr/>
          </p:nvSpPr>
          <p:spPr>
            <a:xfrm>
              <a:off x="1948204" y="1000715"/>
              <a:ext cx="877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SLC #1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52CE5E2-FC2F-E52D-6411-9977A3D35EB2}"/>
                </a:ext>
              </a:extLst>
            </p:cNvPr>
            <p:cNvSpPr txBox="1"/>
            <p:nvPr/>
          </p:nvSpPr>
          <p:spPr>
            <a:xfrm>
              <a:off x="6179334" y="1000715"/>
              <a:ext cx="877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SLC #2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6F1B0CC-AF82-C853-CB69-96F1CB47FC05}"/>
              </a:ext>
            </a:extLst>
          </p:cNvPr>
          <p:cNvGrpSpPr>
            <a:grpSpLocks noChangeAspect="1"/>
          </p:cNvGrpSpPr>
          <p:nvPr/>
        </p:nvGrpSpPr>
        <p:grpSpPr>
          <a:xfrm>
            <a:off x="464955" y="3428772"/>
            <a:ext cx="5629935" cy="2727108"/>
            <a:chOff x="873864" y="1015380"/>
            <a:chExt cx="7429950" cy="3599025"/>
          </a:xfrm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4DD9B56-3496-F859-898B-85331A2AE5D3}"/>
                </a:ext>
              </a:extLst>
            </p:cNvPr>
            <p:cNvCxnSpPr>
              <a:cxnSpLocks/>
            </p:cNvCxnSpPr>
            <p:nvPr/>
          </p:nvCxnSpPr>
          <p:spPr>
            <a:xfrm>
              <a:off x="3660606" y="1414004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C28359C-CDFD-CA7A-F006-8047D2B4CF3B}"/>
                </a:ext>
              </a:extLst>
            </p:cNvPr>
            <p:cNvCxnSpPr>
              <a:cxnSpLocks/>
            </p:cNvCxnSpPr>
            <p:nvPr/>
          </p:nvCxnSpPr>
          <p:spPr>
            <a:xfrm>
              <a:off x="1328886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8893BFA-6023-0613-F905-C9D760DA9297}"/>
                </a:ext>
              </a:extLst>
            </p:cNvPr>
            <p:cNvCxnSpPr>
              <a:cxnSpLocks/>
            </p:cNvCxnSpPr>
            <p:nvPr/>
          </p:nvCxnSpPr>
          <p:spPr>
            <a:xfrm>
              <a:off x="2106799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51AAC1F-CF93-9E60-5F8A-B0269E87D575}"/>
                </a:ext>
              </a:extLst>
            </p:cNvPr>
            <p:cNvCxnSpPr>
              <a:cxnSpLocks/>
            </p:cNvCxnSpPr>
            <p:nvPr/>
          </p:nvCxnSpPr>
          <p:spPr>
            <a:xfrm>
              <a:off x="2884712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7EFCD1D7-EE5A-4F85-52B7-DBB0F95143C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19480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64785D1-AF70-4713-5423-0BD8A1D1463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97204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246C5F3-4C3B-B1E2-DAB5-85BD1BE78D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174928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ADBBC9-EC2A-0307-8299-E180AB5629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74064" y="252652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4C90B3C-FCAA-D1E8-EB0F-A377CAFF92B9}"/>
                </a:ext>
              </a:extLst>
            </p:cNvPr>
            <p:cNvSpPr/>
            <p:nvPr/>
          </p:nvSpPr>
          <p:spPr>
            <a:xfrm>
              <a:off x="1328886" y="1795006"/>
              <a:ext cx="2331720" cy="2331719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6EC413-90EA-8BED-5278-D4421CF384C9}"/>
                </a:ext>
              </a:extLst>
            </p:cNvPr>
            <p:cNvCxnSpPr/>
            <p:nvPr/>
          </p:nvCxnSpPr>
          <p:spPr>
            <a:xfrm flipV="1">
              <a:off x="1744031" y="1961002"/>
              <a:ext cx="239005" cy="223368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1E54B39-8E58-6134-92A2-84C953DC3AFD}"/>
                </a:ext>
              </a:extLst>
            </p:cNvPr>
            <p:cNvCxnSpPr/>
            <p:nvPr/>
          </p:nvCxnSpPr>
          <p:spPr>
            <a:xfrm flipV="1">
              <a:off x="2521943" y="1956048"/>
              <a:ext cx="239005" cy="223368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CFDC0F7E-476D-3977-E5E9-B4EC387929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9856" y="2067732"/>
              <a:ext cx="169997" cy="111684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A4EFDC9-9DAF-F512-8D85-F007294AB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9855" y="2849924"/>
              <a:ext cx="169997" cy="111684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86AC4E63-59C6-8213-A0A5-B9A9E3D06B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0934" y="2711457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7478565A-8972-3446-4B65-87EDA6AE80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7034" y="2710715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D7CD7476-B092-81A6-4725-E4BAB7D2D6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021" y="3487957"/>
              <a:ext cx="110488" cy="25015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AB76A2B-78DA-D26A-8DE3-8C45BCFF9E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0933" y="3553272"/>
              <a:ext cx="219972" cy="19170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CDBFFD5-0123-C70B-C233-1E07D783B0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8845" y="3649122"/>
              <a:ext cx="191053" cy="95850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B02FCDDC-27EA-B399-09E9-23255B497FA4}"/>
                </a:ext>
              </a:extLst>
            </p:cNvPr>
            <p:cNvCxnSpPr>
              <a:cxnSpLocks/>
            </p:cNvCxnSpPr>
            <p:nvPr/>
          </p:nvCxnSpPr>
          <p:spPr>
            <a:xfrm>
              <a:off x="7890156" y="1414004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2A489F2-456D-FA5C-AFCD-075230C97B1B}"/>
                </a:ext>
              </a:extLst>
            </p:cNvPr>
            <p:cNvCxnSpPr>
              <a:cxnSpLocks/>
            </p:cNvCxnSpPr>
            <p:nvPr/>
          </p:nvCxnSpPr>
          <p:spPr>
            <a:xfrm>
              <a:off x="5558436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F504D92-3CE0-CEFB-18E0-1AD9CB57EA78}"/>
                </a:ext>
              </a:extLst>
            </p:cNvPr>
            <p:cNvCxnSpPr>
              <a:cxnSpLocks/>
            </p:cNvCxnSpPr>
            <p:nvPr/>
          </p:nvCxnSpPr>
          <p:spPr>
            <a:xfrm>
              <a:off x="6336349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FE2CC47-DC7E-295D-7B7C-2B7908B7BD19}"/>
                </a:ext>
              </a:extLst>
            </p:cNvPr>
            <p:cNvCxnSpPr>
              <a:cxnSpLocks/>
            </p:cNvCxnSpPr>
            <p:nvPr/>
          </p:nvCxnSpPr>
          <p:spPr>
            <a:xfrm>
              <a:off x="7114262" y="141400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D4331B5F-39D3-FF41-085B-4CCDF900060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19480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3807C78-E6D7-5DD5-8C86-D08214F7DE2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97204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5E8DC733-578D-B727-4105-935BDA06C4C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1749285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3732310D-356A-4291-7605-BA55B7CE2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03614" y="2526526"/>
              <a:ext cx="0" cy="3200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2110BB17-DE1B-48B0-BFFC-FA1EF8005C9F}"/>
                </a:ext>
              </a:extLst>
            </p:cNvPr>
            <p:cNvSpPr/>
            <p:nvPr/>
          </p:nvSpPr>
          <p:spPr>
            <a:xfrm>
              <a:off x="5558436" y="1795006"/>
              <a:ext cx="2331720" cy="2331719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009CB27-70A1-3C0D-9363-0AB78E4AF1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10439" y="2030117"/>
              <a:ext cx="163141" cy="15425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0C3B972A-535A-5C06-428F-F05E61DB2AA3}"/>
                </a:ext>
              </a:extLst>
            </p:cNvPr>
            <p:cNvCxnSpPr>
              <a:cxnSpLocks/>
            </p:cNvCxnSpPr>
            <p:nvPr/>
          </p:nvCxnSpPr>
          <p:spPr>
            <a:xfrm>
              <a:off x="6751493" y="2179416"/>
              <a:ext cx="227389" cy="176332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9F02FE16-1423-4C96-CFC7-D531B6A38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9406" y="2127783"/>
              <a:ext cx="190042" cy="5163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56C6726-7CCE-70C1-DE0C-CF7BC2A342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9405" y="2905023"/>
              <a:ext cx="190043" cy="56585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FD37E018-5901-F7B1-7FE7-C07D01E32F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0484" y="2719690"/>
              <a:ext cx="132625" cy="24191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6E9FB1BA-01F4-FAD2-CBD5-20C09B6E20A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00862" y="2738845"/>
              <a:ext cx="165721" cy="222021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6A3E2B16-DCD3-FF6E-050D-1BC8E9E7A9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52974" y="3466728"/>
              <a:ext cx="219596" cy="27138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BB576F00-D394-FEA3-53EE-7FFF090DE28C}"/>
                </a:ext>
              </a:extLst>
            </p:cNvPr>
            <p:cNvCxnSpPr>
              <a:cxnSpLocks/>
            </p:cNvCxnSpPr>
            <p:nvPr/>
          </p:nvCxnSpPr>
          <p:spPr>
            <a:xfrm>
              <a:off x="6750483" y="3744973"/>
              <a:ext cx="237978" cy="162317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CAA75C05-AF9B-33AE-DFD1-77C9EC07FCD3}"/>
                </a:ext>
              </a:extLst>
            </p:cNvPr>
            <p:cNvCxnSpPr>
              <a:cxnSpLocks/>
            </p:cNvCxnSpPr>
            <p:nvPr/>
          </p:nvCxnSpPr>
          <p:spPr>
            <a:xfrm>
              <a:off x="7528395" y="3744972"/>
              <a:ext cx="0" cy="28682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E26EB1E-D3B0-5A85-B83C-A9542D0E48CF}"/>
                </a:ext>
              </a:extLst>
            </p:cNvPr>
            <p:cNvSpPr txBox="1"/>
            <p:nvPr/>
          </p:nvSpPr>
          <p:spPr>
            <a:xfrm>
              <a:off x="1948204" y="1015380"/>
              <a:ext cx="877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SLC #1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B42F807-17A1-5846-8483-45E8F1C85674}"/>
                </a:ext>
              </a:extLst>
            </p:cNvPr>
            <p:cNvSpPr txBox="1"/>
            <p:nvPr/>
          </p:nvSpPr>
          <p:spPr>
            <a:xfrm>
              <a:off x="6145032" y="1015380"/>
              <a:ext cx="877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SLC #2</a:t>
              </a:r>
            </a:p>
          </p:txBody>
        </p:sp>
      </p:grp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24EEA9B-CCEB-5201-83B7-C3745EFD6EAB}"/>
              </a:ext>
            </a:extLst>
          </p:cNvPr>
          <p:cNvCxnSpPr/>
          <p:nvPr/>
        </p:nvCxnSpPr>
        <p:spPr>
          <a:xfrm>
            <a:off x="7315200" y="546100"/>
            <a:ext cx="0" cy="25527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66A7705-3D8B-298F-C0DD-C8C2FB6D3272}"/>
              </a:ext>
            </a:extLst>
          </p:cNvPr>
          <p:cNvCxnSpPr>
            <a:cxnSpLocks/>
          </p:cNvCxnSpPr>
          <p:nvPr/>
        </p:nvCxnSpPr>
        <p:spPr>
          <a:xfrm>
            <a:off x="7315200" y="1790700"/>
            <a:ext cx="4279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>
            <a:extLst>
              <a:ext uri="{FF2B5EF4-FFF2-40B4-BE49-F238E27FC236}">
                <a16:creationId xmlns:a16="http://schemas.microsoft.com/office/drawing/2014/main" id="{6899A7AC-83B5-E2A0-B556-77CC547E1A3B}"/>
              </a:ext>
            </a:extLst>
          </p:cNvPr>
          <p:cNvSpPr/>
          <p:nvPr/>
        </p:nvSpPr>
        <p:spPr>
          <a:xfrm>
            <a:off x="6769100" y="-2153572"/>
            <a:ext cx="5118100" cy="1778033"/>
          </a:xfrm>
          <a:custGeom>
            <a:avLst/>
            <a:gdLst>
              <a:gd name="csX0" fmla="*/ 0 w 5092700"/>
              <a:gd name="csY0" fmla="*/ 878024 h 1779727"/>
              <a:gd name="csX1" fmla="*/ 1054100 w 5092700"/>
              <a:gd name="csY1" fmla="*/ 27124 h 1779727"/>
              <a:gd name="csX2" fmla="*/ 2082800 w 5092700"/>
              <a:gd name="csY2" fmla="*/ 1779724 h 1779727"/>
              <a:gd name="csX3" fmla="*/ 3162300 w 5092700"/>
              <a:gd name="csY3" fmla="*/ 14424 h 1779727"/>
              <a:gd name="csX4" fmla="*/ 4229100 w 5092700"/>
              <a:gd name="csY4" fmla="*/ 1779724 h 1779727"/>
              <a:gd name="csX5" fmla="*/ 5092700 w 5092700"/>
              <a:gd name="csY5" fmla="*/ 27124 h 1779727"/>
              <a:gd name="csX0" fmla="*/ 0 w 5232400"/>
              <a:gd name="csY0" fmla="*/ 878024 h 1779727"/>
              <a:gd name="csX1" fmla="*/ 1054100 w 5232400"/>
              <a:gd name="csY1" fmla="*/ 27124 h 1779727"/>
              <a:gd name="csX2" fmla="*/ 2082800 w 5232400"/>
              <a:gd name="csY2" fmla="*/ 1779724 h 1779727"/>
              <a:gd name="csX3" fmla="*/ 3162300 w 5232400"/>
              <a:gd name="csY3" fmla="*/ 14424 h 1779727"/>
              <a:gd name="csX4" fmla="*/ 4229100 w 5232400"/>
              <a:gd name="csY4" fmla="*/ 1779724 h 1779727"/>
              <a:gd name="csX5" fmla="*/ 5232400 w 5232400"/>
              <a:gd name="csY5" fmla="*/ 14424 h 1779727"/>
              <a:gd name="csX0" fmla="*/ 0 w 5232400"/>
              <a:gd name="csY0" fmla="*/ 878024 h 1779726"/>
              <a:gd name="csX1" fmla="*/ 1054100 w 5232400"/>
              <a:gd name="csY1" fmla="*/ 27124 h 1779726"/>
              <a:gd name="csX2" fmla="*/ 2082800 w 5232400"/>
              <a:gd name="csY2" fmla="*/ 1779724 h 1779726"/>
              <a:gd name="csX3" fmla="*/ 3162300 w 5232400"/>
              <a:gd name="csY3" fmla="*/ 14424 h 1779726"/>
              <a:gd name="csX4" fmla="*/ 4191000 w 5232400"/>
              <a:gd name="csY4" fmla="*/ 1767024 h 1779726"/>
              <a:gd name="csX5" fmla="*/ 5232400 w 5232400"/>
              <a:gd name="csY5" fmla="*/ 14424 h 1779726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0828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1082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6302 h 1778035"/>
              <a:gd name="csX1" fmla="*/ 1041400 w 5232400"/>
              <a:gd name="csY1" fmla="*/ 50802 h 1778035"/>
              <a:gd name="csX2" fmla="*/ 2108200 w 5232400"/>
              <a:gd name="csY2" fmla="*/ 1778002 h 1778035"/>
              <a:gd name="csX3" fmla="*/ 3136900 w 5232400"/>
              <a:gd name="csY3" fmla="*/ 2 h 1778035"/>
              <a:gd name="csX4" fmla="*/ 4191000 w 5232400"/>
              <a:gd name="csY4" fmla="*/ 1765302 h 1778035"/>
              <a:gd name="csX5" fmla="*/ 5232400 w 5232400"/>
              <a:gd name="csY5" fmla="*/ 12702 h 1778035"/>
              <a:gd name="csX0" fmla="*/ 0 w 5232400"/>
              <a:gd name="csY0" fmla="*/ 876302 h 1778032"/>
              <a:gd name="csX1" fmla="*/ 1041400 w 5232400"/>
              <a:gd name="csY1" fmla="*/ 50802 h 1778032"/>
              <a:gd name="csX2" fmla="*/ 2108200 w 5232400"/>
              <a:gd name="csY2" fmla="*/ 1778002 h 1778032"/>
              <a:gd name="csX3" fmla="*/ 3136900 w 5232400"/>
              <a:gd name="csY3" fmla="*/ 2 h 1778032"/>
              <a:gd name="csX4" fmla="*/ 4191000 w 5232400"/>
              <a:gd name="csY4" fmla="*/ 1765302 h 1778032"/>
              <a:gd name="csX5" fmla="*/ 5232400 w 5232400"/>
              <a:gd name="csY5" fmla="*/ 12702 h 1778032"/>
              <a:gd name="csX0" fmla="*/ 0 w 5156200"/>
              <a:gd name="csY0" fmla="*/ 2082802 h 2082802"/>
              <a:gd name="csX1" fmla="*/ 965200 w 5156200"/>
              <a:gd name="csY1" fmla="*/ 50802 h 2082802"/>
              <a:gd name="csX2" fmla="*/ 2032000 w 5156200"/>
              <a:gd name="csY2" fmla="*/ 1778002 h 2082802"/>
              <a:gd name="csX3" fmla="*/ 3060700 w 5156200"/>
              <a:gd name="csY3" fmla="*/ 2 h 2082802"/>
              <a:gd name="csX4" fmla="*/ 4114800 w 5156200"/>
              <a:gd name="csY4" fmla="*/ 1765302 h 2082802"/>
              <a:gd name="csX5" fmla="*/ 5156200 w 5156200"/>
              <a:gd name="csY5" fmla="*/ 12702 h 2082802"/>
              <a:gd name="csX0" fmla="*/ 0 w 5156200"/>
              <a:gd name="csY0" fmla="*/ 2082802 h 2082952"/>
              <a:gd name="csX1" fmla="*/ 965200 w 5156200"/>
              <a:gd name="csY1" fmla="*/ 50802 h 2082952"/>
              <a:gd name="csX2" fmla="*/ 2032000 w 5156200"/>
              <a:gd name="csY2" fmla="*/ 1778002 h 2082952"/>
              <a:gd name="csX3" fmla="*/ 3060700 w 5156200"/>
              <a:gd name="csY3" fmla="*/ 2 h 2082952"/>
              <a:gd name="csX4" fmla="*/ 4114800 w 5156200"/>
              <a:gd name="csY4" fmla="*/ 1765302 h 2082952"/>
              <a:gd name="csX5" fmla="*/ 5156200 w 5156200"/>
              <a:gd name="csY5" fmla="*/ 12702 h 2082952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118100" h="1778033">
                <a:moveTo>
                  <a:pt x="0" y="1727202"/>
                </a:moveTo>
                <a:cubicBezTo>
                  <a:pt x="442383" y="1747310"/>
                  <a:pt x="594783" y="42335"/>
                  <a:pt x="927100" y="50802"/>
                </a:cubicBezTo>
                <a:cubicBezTo>
                  <a:pt x="1259417" y="59269"/>
                  <a:pt x="1644650" y="1786469"/>
                  <a:pt x="1993900" y="1778002"/>
                </a:cubicBezTo>
                <a:cubicBezTo>
                  <a:pt x="2343150" y="1769535"/>
                  <a:pt x="2675467" y="2119"/>
                  <a:pt x="3022600" y="2"/>
                </a:cubicBezTo>
                <a:cubicBezTo>
                  <a:pt x="3369733" y="-2115"/>
                  <a:pt x="3754967" y="1763185"/>
                  <a:pt x="4076700" y="1765302"/>
                </a:cubicBezTo>
                <a:cubicBezTo>
                  <a:pt x="4398433" y="1767419"/>
                  <a:pt x="4821766" y="13760"/>
                  <a:pt x="5118100" y="12702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A446D86B-1ECC-C3B5-3A9A-FFDA7353AAB2}"/>
              </a:ext>
            </a:extLst>
          </p:cNvPr>
          <p:cNvSpPr/>
          <p:nvPr/>
        </p:nvSpPr>
        <p:spPr>
          <a:xfrm>
            <a:off x="7156450" y="-2055148"/>
            <a:ext cx="5118100" cy="1778033"/>
          </a:xfrm>
          <a:custGeom>
            <a:avLst/>
            <a:gdLst>
              <a:gd name="csX0" fmla="*/ 0 w 5092700"/>
              <a:gd name="csY0" fmla="*/ 878024 h 1779727"/>
              <a:gd name="csX1" fmla="*/ 1054100 w 5092700"/>
              <a:gd name="csY1" fmla="*/ 27124 h 1779727"/>
              <a:gd name="csX2" fmla="*/ 2082800 w 5092700"/>
              <a:gd name="csY2" fmla="*/ 1779724 h 1779727"/>
              <a:gd name="csX3" fmla="*/ 3162300 w 5092700"/>
              <a:gd name="csY3" fmla="*/ 14424 h 1779727"/>
              <a:gd name="csX4" fmla="*/ 4229100 w 5092700"/>
              <a:gd name="csY4" fmla="*/ 1779724 h 1779727"/>
              <a:gd name="csX5" fmla="*/ 5092700 w 5092700"/>
              <a:gd name="csY5" fmla="*/ 27124 h 1779727"/>
              <a:gd name="csX0" fmla="*/ 0 w 5232400"/>
              <a:gd name="csY0" fmla="*/ 878024 h 1779727"/>
              <a:gd name="csX1" fmla="*/ 1054100 w 5232400"/>
              <a:gd name="csY1" fmla="*/ 27124 h 1779727"/>
              <a:gd name="csX2" fmla="*/ 2082800 w 5232400"/>
              <a:gd name="csY2" fmla="*/ 1779724 h 1779727"/>
              <a:gd name="csX3" fmla="*/ 3162300 w 5232400"/>
              <a:gd name="csY3" fmla="*/ 14424 h 1779727"/>
              <a:gd name="csX4" fmla="*/ 4229100 w 5232400"/>
              <a:gd name="csY4" fmla="*/ 1779724 h 1779727"/>
              <a:gd name="csX5" fmla="*/ 5232400 w 5232400"/>
              <a:gd name="csY5" fmla="*/ 14424 h 1779727"/>
              <a:gd name="csX0" fmla="*/ 0 w 5232400"/>
              <a:gd name="csY0" fmla="*/ 878024 h 1779726"/>
              <a:gd name="csX1" fmla="*/ 1054100 w 5232400"/>
              <a:gd name="csY1" fmla="*/ 27124 h 1779726"/>
              <a:gd name="csX2" fmla="*/ 2082800 w 5232400"/>
              <a:gd name="csY2" fmla="*/ 1779724 h 1779726"/>
              <a:gd name="csX3" fmla="*/ 3162300 w 5232400"/>
              <a:gd name="csY3" fmla="*/ 14424 h 1779726"/>
              <a:gd name="csX4" fmla="*/ 4191000 w 5232400"/>
              <a:gd name="csY4" fmla="*/ 1767024 h 1779726"/>
              <a:gd name="csX5" fmla="*/ 5232400 w 5232400"/>
              <a:gd name="csY5" fmla="*/ 14424 h 1779726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0828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1082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6302 h 1778035"/>
              <a:gd name="csX1" fmla="*/ 1041400 w 5232400"/>
              <a:gd name="csY1" fmla="*/ 50802 h 1778035"/>
              <a:gd name="csX2" fmla="*/ 2108200 w 5232400"/>
              <a:gd name="csY2" fmla="*/ 1778002 h 1778035"/>
              <a:gd name="csX3" fmla="*/ 3136900 w 5232400"/>
              <a:gd name="csY3" fmla="*/ 2 h 1778035"/>
              <a:gd name="csX4" fmla="*/ 4191000 w 5232400"/>
              <a:gd name="csY4" fmla="*/ 1765302 h 1778035"/>
              <a:gd name="csX5" fmla="*/ 5232400 w 5232400"/>
              <a:gd name="csY5" fmla="*/ 12702 h 1778035"/>
              <a:gd name="csX0" fmla="*/ 0 w 5232400"/>
              <a:gd name="csY0" fmla="*/ 876302 h 1778032"/>
              <a:gd name="csX1" fmla="*/ 1041400 w 5232400"/>
              <a:gd name="csY1" fmla="*/ 50802 h 1778032"/>
              <a:gd name="csX2" fmla="*/ 2108200 w 5232400"/>
              <a:gd name="csY2" fmla="*/ 1778002 h 1778032"/>
              <a:gd name="csX3" fmla="*/ 3136900 w 5232400"/>
              <a:gd name="csY3" fmla="*/ 2 h 1778032"/>
              <a:gd name="csX4" fmla="*/ 4191000 w 5232400"/>
              <a:gd name="csY4" fmla="*/ 1765302 h 1778032"/>
              <a:gd name="csX5" fmla="*/ 5232400 w 5232400"/>
              <a:gd name="csY5" fmla="*/ 12702 h 1778032"/>
              <a:gd name="csX0" fmla="*/ 0 w 5156200"/>
              <a:gd name="csY0" fmla="*/ 2082802 h 2082802"/>
              <a:gd name="csX1" fmla="*/ 965200 w 5156200"/>
              <a:gd name="csY1" fmla="*/ 50802 h 2082802"/>
              <a:gd name="csX2" fmla="*/ 2032000 w 5156200"/>
              <a:gd name="csY2" fmla="*/ 1778002 h 2082802"/>
              <a:gd name="csX3" fmla="*/ 3060700 w 5156200"/>
              <a:gd name="csY3" fmla="*/ 2 h 2082802"/>
              <a:gd name="csX4" fmla="*/ 4114800 w 5156200"/>
              <a:gd name="csY4" fmla="*/ 1765302 h 2082802"/>
              <a:gd name="csX5" fmla="*/ 5156200 w 5156200"/>
              <a:gd name="csY5" fmla="*/ 12702 h 2082802"/>
              <a:gd name="csX0" fmla="*/ 0 w 5156200"/>
              <a:gd name="csY0" fmla="*/ 2082802 h 2082952"/>
              <a:gd name="csX1" fmla="*/ 965200 w 5156200"/>
              <a:gd name="csY1" fmla="*/ 50802 h 2082952"/>
              <a:gd name="csX2" fmla="*/ 2032000 w 5156200"/>
              <a:gd name="csY2" fmla="*/ 1778002 h 2082952"/>
              <a:gd name="csX3" fmla="*/ 3060700 w 5156200"/>
              <a:gd name="csY3" fmla="*/ 2 h 2082952"/>
              <a:gd name="csX4" fmla="*/ 4114800 w 5156200"/>
              <a:gd name="csY4" fmla="*/ 1765302 h 2082952"/>
              <a:gd name="csX5" fmla="*/ 5156200 w 5156200"/>
              <a:gd name="csY5" fmla="*/ 12702 h 2082952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118100" h="1778033">
                <a:moveTo>
                  <a:pt x="0" y="1727202"/>
                </a:moveTo>
                <a:cubicBezTo>
                  <a:pt x="442383" y="1747310"/>
                  <a:pt x="594783" y="42335"/>
                  <a:pt x="927100" y="50802"/>
                </a:cubicBezTo>
                <a:cubicBezTo>
                  <a:pt x="1259417" y="59269"/>
                  <a:pt x="1644650" y="1786469"/>
                  <a:pt x="1993900" y="1778002"/>
                </a:cubicBezTo>
                <a:cubicBezTo>
                  <a:pt x="2343150" y="1769535"/>
                  <a:pt x="2675467" y="2119"/>
                  <a:pt x="3022600" y="2"/>
                </a:cubicBezTo>
                <a:cubicBezTo>
                  <a:pt x="3369733" y="-2115"/>
                  <a:pt x="3754967" y="1763185"/>
                  <a:pt x="4076700" y="1765302"/>
                </a:cubicBezTo>
                <a:cubicBezTo>
                  <a:pt x="4398433" y="1767419"/>
                  <a:pt x="4821766" y="13760"/>
                  <a:pt x="5118100" y="12702"/>
                </a:cubicBez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B3F4710-D626-5C7A-486F-8670D5C3170A}"/>
              </a:ext>
            </a:extLst>
          </p:cNvPr>
          <p:cNvCxnSpPr>
            <a:cxnSpLocks/>
          </p:cNvCxnSpPr>
          <p:nvPr/>
        </p:nvCxnSpPr>
        <p:spPr>
          <a:xfrm flipH="1">
            <a:off x="9563100" y="901702"/>
            <a:ext cx="254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7" name="Picture 126">
            <a:extLst>
              <a:ext uri="{FF2B5EF4-FFF2-40B4-BE49-F238E27FC236}">
                <a16:creationId xmlns:a16="http://schemas.microsoft.com/office/drawing/2014/main" id="{62BE5F24-9078-F7D1-49EF-12C36CFF3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550" y="573302"/>
            <a:ext cx="381000" cy="266700"/>
          </a:xfrm>
          <a:prstGeom prst="rect">
            <a:avLst/>
          </a:prstGeom>
        </p:spPr>
      </p:pic>
      <p:sp>
        <p:nvSpPr>
          <p:cNvPr id="130" name="Freeform 129">
            <a:extLst>
              <a:ext uri="{FF2B5EF4-FFF2-40B4-BE49-F238E27FC236}">
                <a16:creationId xmlns:a16="http://schemas.microsoft.com/office/drawing/2014/main" id="{1F4C10DB-11B2-36F0-B1D2-B31DC0CB3FB0}"/>
              </a:ext>
            </a:extLst>
          </p:cNvPr>
          <p:cNvSpPr/>
          <p:nvPr/>
        </p:nvSpPr>
        <p:spPr>
          <a:xfrm>
            <a:off x="7327901" y="772899"/>
            <a:ext cx="4279900" cy="2099101"/>
          </a:xfrm>
          <a:custGeom>
            <a:avLst/>
            <a:gdLst>
              <a:gd name="csX0" fmla="*/ 0 w 4279900"/>
              <a:gd name="csY0" fmla="*/ 1003598 h 2099101"/>
              <a:gd name="csX1" fmla="*/ 101600 w 4279900"/>
              <a:gd name="csY1" fmla="*/ 216198 h 2099101"/>
              <a:gd name="csX2" fmla="*/ 215900 w 4279900"/>
              <a:gd name="csY2" fmla="*/ 1638598 h 2099101"/>
              <a:gd name="csX3" fmla="*/ 342900 w 4279900"/>
              <a:gd name="csY3" fmla="*/ 279698 h 2099101"/>
              <a:gd name="csX4" fmla="*/ 431800 w 4279900"/>
              <a:gd name="csY4" fmla="*/ 647998 h 2099101"/>
              <a:gd name="csX5" fmla="*/ 495300 w 4279900"/>
              <a:gd name="csY5" fmla="*/ 298 h 2099101"/>
              <a:gd name="csX6" fmla="*/ 609600 w 4279900"/>
              <a:gd name="csY6" fmla="*/ 559098 h 2099101"/>
              <a:gd name="csX7" fmla="*/ 711200 w 4279900"/>
              <a:gd name="csY7" fmla="*/ 190798 h 2099101"/>
              <a:gd name="csX8" fmla="*/ 787400 w 4279900"/>
              <a:gd name="csY8" fmla="*/ 1371898 h 2099101"/>
              <a:gd name="csX9" fmla="*/ 876300 w 4279900"/>
              <a:gd name="csY9" fmla="*/ 736898 h 2099101"/>
              <a:gd name="csX10" fmla="*/ 1028700 w 4279900"/>
              <a:gd name="csY10" fmla="*/ 1956098 h 2099101"/>
              <a:gd name="csX11" fmla="*/ 1092200 w 4279900"/>
              <a:gd name="csY11" fmla="*/ 1422698 h 2099101"/>
              <a:gd name="csX12" fmla="*/ 1181100 w 4279900"/>
              <a:gd name="csY12" fmla="*/ 1943398 h 2099101"/>
              <a:gd name="csX13" fmla="*/ 1231900 w 4279900"/>
              <a:gd name="csY13" fmla="*/ 825798 h 2099101"/>
              <a:gd name="csX14" fmla="*/ 1435100 w 4279900"/>
              <a:gd name="csY14" fmla="*/ 1435398 h 2099101"/>
              <a:gd name="csX15" fmla="*/ 1460500 w 4279900"/>
              <a:gd name="csY15" fmla="*/ 597198 h 2099101"/>
              <a:gd name="csX16" fmla="*/ 1625600 w 4279900"/>
              <a:gd name="csY16" fmla="*/ 1676698 h 2099101"/>
              <a:gd name="csX17" fmla="*/ 1752600 w 4279900"/>
              <a:gd name="csY17" fmla="*/ 495598 h 2099101"/>
              <a:gd name="csX18" fmla="*/ 1917700 w 4279900"/>
              <a:gd name="csY18" fmla="*/ 1816398 h 2099101"/>
              <a:gd name="csX19" fmla="*/ 1968500 w 4279900"/>
              <a:gd name="csY19" fmla="*/ 1105198 h 2099101"/>
              <a:gd name="csX20" fmla="*/ 2108200 w 4279900"/>
              <a:gd name="csY20" fmla="*/ 1956098 h 2099101"/>
              <a:gd name="csX21" fmla="*/ 2222500 w 4279900"/>
              <a:gd name="csY21" fmla="*/ 1816398 h 2099101"/>
              <a:gd name="csX22" fmla="*/ 2298700 w 4279900"/>
              <a:gd name="csY22" fmla="*/ 2044998 h 2099101"/>
              <a:gd name="csX23" fmla="*/ 2374900 w 4279900"/>
              <a:gd name="csY23" fmla="*/ 622598 h 2099101"/>
              <a:gd name="csX24" fmla="*/ 2489200 w 4279900"/>
              <a:gd name="csY24" fmla="*/ 203498 h 2099101"/>
              <a:gd name="csX25" fmla="*/ 2603500 w 4279900"/>
              <a:gd name="csY25" fmla="*/ 724198 h 2099101"/>
              <a:gd name="csX26" fmla="*/ 2679700 w 4279900"/>
              <a:gd name="csY26" fmla="*/ 178098 h 2099101"/>
              <a:gd name="csX27" fmla="*/ 2832100 w 4279900"/>
              <a:gd name="csY27" fmla="*/ 1282998 h 2099101"/>
              <a:gd name="csX28" fmla="*/ 2997200 w 4279900"/>
              <a:gd name="csY28" fmla="*/ 813098 h 2099101"/>
              <a:gd name="csX29" fmla="*/ 3149600 w 4279900"/>
              <a:gd name="csY29" fmla="*/ 1702098 h 2099101"/>
              <a:gd name="csX30" fmla="*/ 3276600 w 4279900"/>
              <a:gd name="csY30" fmla="*/ 559098 h 2099101"/>
              <a:gd name="csX31" fmla="*/ 3390900 w 4279900"/>
              <a:gd name="csY31" fmla="*/ 1181398 h 2099101"/>
              <a:gd name="csX32" fmla="*/ 3429000 w 4279900"/>
              <a:gd name="csY32" fmla="*/ 584498 h 2099101"/>
              <a:gd name="csX33" fmla="*/ 3530600 w 4279900"/>
              <a:gd name="csY33" fmla="*/ 1422698 h 2099101"/>
              <a:gd name="csX34" fmla="*/ 3721100 w 4279900"/>
              <a:gd name="csY34" fmla="*/ 292398 h 2099101"/>
              <a:gd name="csX35" fmla="*/ 3924300 w 4279900"/>
              <a:gd name="csY35" fmla="*/ 1473498 h 2099101"/>
              <a:gd name="csX36" fmla="*/ 4064000 w 4279900"/>
              <a:gd name="csY36" fmla="*/ 686098 h 2099101"/>
              <a:gd name="csX37" fmla="*/ 4178300 w 4279900"/>
              <a:gd name="csY37" fmla="*/ 1232198 h 2099101"/>
              <a:gd name="csX38" fmla="*/ 4279900 w 4279900"/>
              <a:gd name="csY38" fmla="*/ 393998 h 20991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4279900" h="2099101">
                <a:moveTo>
                  <a:pt x="0" y="1003598"/>
                </a:moveTo>
                <a:cubicBezTo>
                  <a:pt x="32808" y="556981"/>
                  <a:pt x="65617" y="110365"/>
                  <a:pt x="101600" y="216198"/>
                </a:cubicBezTo>
                <a:cubicBezTo>
                  <a:pt x="137583" y="322031"/>
                  <a:pt x="175683" y="1628015"/>
                  <a:pt x="215900" y="1638598"/>
                </a:cubicBezTo>
                <a:cubicBezTo>
                  <a:pt x="256117" y="1649181"/>
                  <a:pt x="306917" y="444798"/>
                  <a:pt x="342900" y="279698"/>
                </a:cubicBezTo>
                <a:cubicBezTo>
                  <a:pt x="378883" y="114598"/>
                  <a:pt x="406400" y="694565"/>
                  <a:pt x="431800" y="647998"/>
                </a:cubicBezTo>
                <a:cubicBezTo>
                  <a:pt x="457200" y="601431"/>
                  <a:pt x="465667" y="15115"/>
                  <a:pt x="495300" y="298"/>
                </a:cubicBezTo>
                <a:cubicBezTo>
                  <a:pt x="524933" y="-14519"/>
                  <a:pt x="573617" y="527348"/>
                  <a:pt x="609600" y="559098"/>
                </a:cubicBezTo>
                <a:cubicBezTo>
                  <a:pt x="645583" y="590848"/>
                  <a:pt x="681567" y="55332"/>
                  <a:pt x="711200" y="190798"/>
                </a:cubicBezTo>
                <a:cubicBezTo>
                  <a:pt x="740833" y="326264"/>
                  <a:pt x="759883" y="1280881"/>
                  <a:pt x="787400" y="1371898"/>
                </a:cubicBezTo>
                <a:cubicBezTo>
                  <a:pt x="814917" y="1462915"/>
                  <a:pt x="836083" y="639531"/>
                  <a:pt x="876300" y="736898"/>
                </a:cubicBezTo>
                <a:cubicBezTo>
                  <a:pt x="916517" y="834265"/>
                  <a:pt x="992717" y="1841798"/>
                  <a:pt x="1028700" y="1956098"/>
                </a:cubicBezTo>
                <a:cubicBezTo>
                  <a:pt x="1064683" y="2070398"/>
                  <a:pt x="1066800" y="1424815"/>
                  <a:pt x="1092200" y="1422698"/>
                </a:cubicBezTo>
                <a:cubicBezTo>
                  <a:pt x="1117600" y="1420581"/>
                  <a:pt x="1157817" y="2042881"/>
                  <a:pt x="1181100" y="1943398"/>
                </a:cubicBezTo>
                <a:cubicBezTo>
                  <a:pt x="1204383" y="1843915"/>
                  <a:pt x="1189567" y="910465"/>
                  <a:pt x="1231900" y="825798"/>
                </a:cubicBezTo>
                <a:cubicBezTo>
                  <a:pt x="1274233" y="741131"/>
                  <a:pt x="1397000" y="1473498"/>
                  <a:pt x="1435100" y="1435398"/>
                </a:cubicBezTo>
                <a:cubicBezTo>
                  <a:pt x="1473200" y="1397298"/>
                  <a:pt x="1428750" y="556981"/>
                  <a:pt x="1460500" y="597198"/>
                </a:cubicBezTo>
                <a:cubicBezTo>
                  <a:pt x="1492250" y="637415"/>
                  <a:pt x="1576917" y="1693631"/>
                  <a:pt x="1625600" y="1676698"/>
                </a:cubicBezTo>
                <a:cubicBezTo>
                  <a:pt x="1674283" y="1659765"/>
                  <a:pt x="1703917" y="472315"/>
                  <a:pt x="1752600" y="495598"/>
                </a:cubicBezTo>
                <a:cubicBezTo>
                  <a:pt x="1801283" y="518881"/>
                  <a:pt x="1881717" y="1714798"/>
                  <a:pt x="1917700" y="1816398"/>
                </a:cubicBezTo>
                <a:cubicBezTo>
                  <a:pt x="1953683" y="1917998"/>
                  <a:pt x="1936750" y="1081915"/>
                  <a:pt x="1968500" y="1105198"/>
                </a:cubicBezTo>
                <a:cubicBezTo>
                  <a:pt x="2000250" y="1128481"/>
                  <a:pt x="2065867" y="1837565"/>
                  <a:pt x="2108200" y="1956098"/>
                </a:cubicBezTo>
                <a:cubicBezTo>
                  <a:pt x="2150533" y="2074631"/>
                  <a:pt x="2190750" y="1801581"/>
                  <a:pt x="2222500" y="1816398"/>
                </a:cubicBezTo>
                <a:cubicBezTo>
                  <a:pt x="2254250" y="1831215"/>
                  <a:pt x="2273300" y="2243965"/>
                  <a:pt x="2298700" y="2044998"/>
                </a:cubicBezTo>
                <a:cubicBezTo>
                  <a:pt x="2324100" y="1846031"/>
                  <a:pt x="2343150" y="929515"/>
                  <a:pt x="2374900" y="622598"/>
                </a:cubicBezTo>
                <a:cubicBezTo>
                  <a:pt x="2406650" y="315681"/>
                  <a:pt x="2451100" y="186565"/>
                  <a:pt x="2489200" y="203498"/>
                </a:cubicBezTo>
                <a:cubicBezTo>
                  <a:pt x="2527300" y="220431"/>
                  <a:pt x="2571750" y="728431"/>
                  <a:pt x="2603500" y="724198"/>
                </a:cubicBezTo>
                <a:cubicBezTo>
                  <a:pt x="2635250" y="719965"/>
                  <a:pt x="2641600" y="84965"/>
                  <a:pt x="2679700" y="178098"/>
                </a:cubicBezTo>
                <a:cubicBezTo>
                  <a:pt x="2717800" y="271231"/>
                  <a:pt x="2779183" y="1177165"/>
                  <a:pt x="2832100" y="1282998"/>
                </a:cubicBezTo>
                <a:cubicBezTo>
                  <a:pt x="2885017" y="1388831"/>
                  <a:pt x="2944283" y="743248"/>
                  <a:pt x="2997200" y="813098"/>
                </a:cubicBezTo>
                <a:cubicBezTo>
                  <a:pt x="3050117" y="882948"/>
                  <a:pt x="3103033" y="1744431"/>
                  <a:pt x="3149600" y="1702098"/>
                </a:cubicBezTo>
                <a:cubicBezTo>
                  <a:pt x="3196167" y="1659765"/>
                  <a:pt x="3236383" y="645881"/>
                  <a:pt x="3276600" y="559098"/>
                </a:cubicBezTo>
                <a:cubicBezTo>
                  <a:pt x="3316817" y="472315"/>
                  <a:pt x="3365500" y="1177165"/>
                  <a:pt x="3390900" y="1181398"/>
                </a:cubicBezTo>
                <a:cubicBezTo>
                  <a:pt x="3416300" y="1185631"/>
                  <a:pt x="3405717" y="544281"/>
                  <a:pt x="3429000" y="584498"/>
                </a:cubicBezTo>
                <a:cubicBezTo>
                  <a:pt x="3452283" y="624715"/>
                  <a:pt x="3481917" y="1471381"/>
                  <a:pt x="3530600" y="1422698"/>
                </a:cubicBezTo>
                <a:cubicBezTo>
                  <a:pt x="3579283" y="1374015"/>
                  <a:pt x="3655483" y="283931"/>
                  <a:pt x="3721100" y="292398"/>
                </a:cubicBezTo>
                <a:cubicBezTo>
                  <a:pt x="3786717" y="300865"/>
                  <a:pt x="3867150" y="1407881"/>
                  <a:pt x="3924300" y="1473498"/>
                </a:cubicBezTo>
                <a:cubicBezTo>
                  <a:pt x="3981450" y="1539115"/>
                  <a:pt x="4021667" y="726315"/>
                  <a:pt x="4064000" y="686098"/>
                </a:cubicBezTo>
                <a:cubicBezTo>
                  <a:pt x="4106333" y="645881"/>
                  <a:pt x="4142317" y="1280881"/>
                  <a:pt x="4178300" y="1232198"/>
                </a:cubicBezTo>
                <a:cubicBezTo>
                  <a:pt x="4214283" y="1183515"/>
                  <a:pt x="4247091" y="788756"/>
                  <a:pt x="4279900" y="393998"/>
                </a:cubicBez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66698135-63DE-0C2A-EFF6-9AC2178FC942}"/>
              </a:ext>
            </a:extLst>
          </p:cNvPr>
          <p:cNvSpPr/>
          <p:nvPr/>
        </p:nvSpPr>
        <p:spPr>
          <a:xfrm>
            <a:off x="7251700" y="901702"/>
            <a:ext cx="4279900" cy="1868698"/>
          </a:xfrm>
          <a:custGeom>
            <a:avLst/>
            <a:gdLst>
              <a:gd name="csX0" fmla="*/ 0 w 4279900"/>
              <a:gd name="csY0" fmla="*/ 1003598 h 2099101"/>
              <a:gd name="csX1" fmla="*/ 101600 w 4279900"/>
              <a:gd name="csY1" fmla="*/ 216198 h 2099101"/>
              <a:gd name="csX2" fmla="*/ 215900 w 4279900"/>
              <a:gd name="csY2" fmla="*/ 1638598 h 2099101"/>
              <a:gd name="csX3" fmla="*/ 342900 w 4279900"/>
              <a:gd name="csY3" fmla="*/ 279698 h 2099101"/>
              <a:gd name="csX4" fmla="*/ 431800 w 4279900"/>
              <a:gd name="csY4" fmla="*/ 647998 h 2099101"/>
              <a:gd name="csX5" fmla="*/ 495300 w 4279900"/>
              <a:gd name="csY5" fmla="*/ 298 h 2099101"/>
              <a:gd name="csX6" fmla="*/ 609600 w 4279900"/>
              <a:gd name="csY6" fmla="*/ 559098 h 2099101"/>
              <a:gd name="csX7" fmla="*/ 711200 w 4279900"/>
              <a:gd name="csY7" fmla="*/ 190798 h 2099101"/>
              <a:gd name="csX8" fmla="*/ 787400 w 4279900"/>
              <a:gd name="csY8" fmla="*/ 1371898 h 2099101"/>
              <a:gd name="csX9" fmla="*/ 876300 w 4279900"/>
              <a:gd name="csY9" fmla="*/ 736898 h 2099101"/>
              <a:gd name="csX10" fmla="*/ 1028700 w 4279900"/>
              <a:gd name="csY10" fmla="*/ 1956098 h 2099101"/>
              <a:gd name="csX11" fmla="*/ 1092200 w 4279900"/>
              <a:gd name="csY11" fmla="*/ 1422698 h 2099101"/>
              <a:gd name="csX12" fmla="*/ 1181100 w 4279900"/>
              <a:gd name="csY12" fmla="*/ 1943398 h 2099101"/>
              <a:gd name="csX13" fmla="*/ 1231900 w 4279900"/>
              <a:gd name="csY13" fmla="*/ 825798 h 2099101"/>
              <a:gd name="csX14" fmla="*/ 1435100 w 4279900"/>
              <a:gd name="csY14" fmla="*/ 1435398 h 2099101"/>
              <a:gd name="csX15" fmla="*/ 1460500 w 4279900"/>
              <a:gd name="csY15" fmla="*/ 597198 h 2099101"/>
              <a:gd name="csX16" fmla="*/ 1625600 w 4279900"/>
              <a:gd name="csY16" fmla="*/ 1676698 h 2099101"/>
              <a:gd name="csX17" fmla="*/ 1752600 w 4279900"/>
              <a:gd name="csY17" fmla="*/ 495598 h 2099101"/>
              <a:gd name="csX18" fmla="*/ 1917700 w 4279900"/>
              <a:gd name="csY18" fmla="*/ 1816398 h 2099101"/>
              <a:gd name="csX19" fmla="*/ 1968500 w 4279900"/>
              <a:gd name="csY19" fmla="*/ 1105198 h 2099101"/>
              <a:gd name="csX20" fmla="*/ 2108200 w 4279900"/>
              <a:gd name="csY20" fmla="*/ 1956098 h 2099101"/>
              <a:gd name="csX21" fmla="*/ 2222500 w 4279900"/>
              <a:gd name="csY21" fmla="*/ 1816398 h 2099101"/>
              <a:gd name="csX22" fmla="*/ 2298700 w 4279900"/>
              <a:gd name="csY22" fmla="*/ 2044998 h 2099101"/>
              <a:gd name="csX23" fmla="*/ 2374900 w 4279900"/>
              <a:gd name="csY23" fmla="*/ 622598 h 2099101"/>
              <a:gd name="csX24" fmla="*/ 2489200 w 4279900"/>
              <a:gd name="csY24" fmla="*/ 203498 h 2099101"/>
              <a:gd name="csX25" fmla="*/ 2603500 w 4279900"/>
              <a:gd name="csY25" fmla="*/ 724198 h 2099101"/>
              <a:gd name="csX26" fmla="*/ 2679700 w 4279900"/>
              <a:gd name="csY26" fmla="*/ 178098 h 2099101"/>
              <a:gd name="csX27" fmla="*/ 2832100 w 4279900"/>
              <a:gd name="csY27" fmla="*/ 1282998 h 2099101"/>
              <a:gd name="csX28" fmla="*/ 2997200 w 4279900"/>
              <a:gd name="csY28" fmla="*/ 813098 h 2099101"/>
              <a:gd name="csX29" fmla="*/ 3149600 w 4279900"/>
              <a:gd name="csY29" fmla="*/ 1702098 h 2099101"/>
              <a:gd name="csX30" fmla="*/ 3276600 w 4279900"/>
              <a:gd name="csY30" fmla="*/ 559098 h 2099101"/>
              <a:gd name="csX31" fmla="*/ 3390900 w 4279900"/>
              <a:gd name="csY31" fmla="*/ 1181398 h 2099101"/>
              <a:gd name="csX32" fmla="*/ 3429000 w 4279900"/>
              <a:gd name="csY32" fmla="*/ 584498 h 2099101"/>
              <a:gd name="csX33" fmla="*/ 3530600 w 4279900"/>
              <a:gd name="csY33" fmla="*/ 1422698 h 2099101"/>
              <a:gd name="csX34" fmla="*/ 3721100 w 4279900"/>
              <a:gd name="csY34" fmla="*/ 292398 h 2099101"/>
              <a:gd name="csX35" fmla="*/ 3924300 w 4279900"/>
              <a:gd name="csY35" fmla="*/ 1473498 h 2099101"/>
              <a:gd name="csX36" fmla="*/ 4064000 w 4279900"/>
              <a:gd name="csY36" fmla="*/ 686098 h 2099101"/>
              <a:gd name="csX37" fmla="*/ 4178300 w 4279900"/>
              <a:gd name="csY37" fmla="*/ 1232198 h 2099101"/>
              <a:gd name="csX38" fmla="*/ 4279900 w 4279900"/>
              <a:gd name="csY38" fmla="*/ 393998 h 20991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4279900" h="2099101">
                <a:moveTo>
                  <a:pt x="0" y="1003598"/>
                </a:moveTo>
                <a:cubicBezTo>
                  <a:pt x="32808" y="556981"/>
                  <a:pt x="65617" y="110365"/>
                  <a:pt x="101600" y="216198"/>
                </a:cubicBezTo>
                <a:cubicBezTo>
                  <a:pt x="137583" y="322031"/>
                  <a:pt x="175683" y="1628015"/>
                  <a:pt x="215900" y="1638598"/>
                </a:cubicBezTo>
                <a:cubicBezTo>
                  <a:pt x="256117" y="1649181"/>
                  <a:pt x="306917" y="444798"/>
                  <a:pt x="342900" y="279698"/>
                </a:cubicBezTo>
                <a:cubicBezTo>
                  <a:pt x="378883" y="114598"/>
                  <a:pt x="406400" y="694565"/>
                  <a:pt x="431800" y="647998"/>
                </a:cubicBezTo>
                <a:cubicBezTo>
                  <a:pt x="457200" y="601431"/>
                  <a:pt x="465667" y="15115"/>
                  <a:pt x="495300" y="298"/>
                </a:cubicBezTo>
                <a:cubicBezTo>
                  <a:pt x="524933" y="-14519"/>
                  <a:pt x="573617" y="527348"/>
                  <a:pt x="609600" y="559098"/>
                </a:cubicBezTo>
                <a:cubicBezTo>
                  <a:pt x="645583" y="590848"/>
                  <a:pt x="681567" y="55332"/>
                  <a:pt x="711200" y="190798"/>
                </a:cubicBezTo>
                <a:cubicBezTo>
                  <a:pt x="740833" y="326264"/>
                  <a:pt x="759883" y="1280881"/>
                  <a:pt x="787400" y="1371898"/>
                </a:cubicBezTo>
                <a:cubicBezTo>
                  <a:pt x="814917" y="1462915"/>
                  <a:pt x="836083" y="639531"/>
                  <a:pt x="876300" y="736898"/>
                </a:cubicBezTo>
                <a:cubicBezTo>
                  <a:pt x="916517" y="834265"/>
                  <a:pt x="992717" y="1841798"/>
                  <a:pt x="1028700" y="1956098"/>
                </a:cubicBezTo>
                <a:cubicBezTo>
                  <a:pt x="1064683" y="2070398"/>
                  <a:pt x="1066800" y="1424815"/>
                  <a:pt x="1092200" y="1422698"/>
                </a:cubicBezTo>
                <a:cubicBezTo>
                  <a:pt x="1117600" y="1420581"/>
                  <a:pt x="1157817" y="2042881"/>
                  <a:pt x="1181100" y="1943398"/>
                </a:cubicBezTo>
                <a:cubicBezTo>
                  <a:pt x="1204383" y="1843915"/>
                  <a:pt x="1189567" y="910465"/>
                  <a:pt x="1231900" y="825798"/>
                </a:cubicBezTo>
                <a:cubicBezTo>
                  <a:pt x="1274233" y="741131"/>
                  <a:pt x="1397000" y="1473498"/>
                  <a:pt x="1435100" y="1435398"/>
                </a:cubicBezTo>
                <a:cubicBezTo>
                  <a:pt x="1473200" y="1397298"/>
                  <a:pt x="1428750" y="556981"/>
                  <a:pt x="1460500" y="597198"/>
                </a:cubicBezTo>
                <a:cubicBezTo>
                  <a:pt x="1492250" y="637415"/>
                  <a:pt x="1576917" y="1693631"/>
                  <a:pt x="1625600" y="1676698"/>
                </a:cubicBezTo>
                <a:cubicBezTo>
                  <a:pt x="1674283" y="1659765"/>
                  <a:pt x="1703917" y="472315"/>
                  <a:pt x="1752600" y="495598"/>
                </a:cubicBezTo>
                <a:cubicBezTo>
                  <a:pt x="1801283" y="518881"/>
                  <a:pt x="1881717" y="1714798"/>
                  <a:pt x="1917700" y="1816398"/>
                </a:cubicBezTo>
                <a:cubicBezTo>
                  <a:pt x="1953683" y="1917998"/>
                  <a:pt x="1936750" y="1081915"/>
                  <a:pt x="1968500" y="1105198"/>
                </a:cubicBezTo>
                <a:cubicBezTo>
                  <a:pt x="2000250" y="1128481"/>
                  <a:pt x="2065867" y="1837565"/>
                  <a:pt x="2108200" y="1956098"/>
                </a:cubicBezTo>
                <a:cubicBezTo>
                  <a:pt x="2150533" y="2074631"/>
                  <a:pt x="2190750" y="1801581"/>
                  <a:pt x="2222500" y="1816398"/>
                </a:cubicBezTo>
                <a:cubicBezTo>
                  <a:pt x="2254250" y="1831215"/>
                  <a:pt x="2273300" y="2243965"/>
                  <a:pt x="2298700" y="2044998"/>
                </a:cubicBezTo>
                <a:cubicBezTo>
                  <a:pt x="2324100" y="1846031"/>
                  <a:pt x="2343150" y="929515"/>
                  <a:pt x="2374900" y="622598"/>
                </a:cubicBezTo>
                <a:cubicBezTo>
                  <a:pt x="2406650" y="315681"/>
                  <a:pt x="2451100" y="186565"/>
                  <a:pt x="2489200" y="203498"/>
                </a:cubicBezTo>
                <a:cubicBezTo>
                  <a:pt x="2527300" y="220431"/>
                  <a:pt x="2571750" y="728431"/>
                  <a:pt x="2603500" y="724198"/>
                </a:cubicBezTo>
                <a:cubicBezTo>
                  <a:pt x="2635250" y="719965"/>
                  <a:pt x="2641600" y="84965"/>
                  <a:pt x="2679700" y="178098"/>
                </a:cubicBezTo>
                <a:cubicBezTo>
                  <a:pt x="2717800" y="271231"/>
                  <a:pt x="2779183" y="1177165"/>
                  <a:pt x="2832100" y="1282998"/>
                </a:cubicBezTo>
                <a:cubicBezTo>
                  <a:pt x="2885017" y="1388831"/>
                  <a:pt x="2944283" y="743248"/>
                  <a:pt x="2997200" y="813098"/>
                </a:cubicBezTo>
                <a:cubicBezTo>
                  <a:pt x="3050117" y="882948"/>
                  <a:pt x="3103033" y="1744431"/>
                  <a:pt x="3149600" y="1702098"/>
                </a:cubicBezTo>
                <a:cubicBezTo>
                  <a:pt x="3196167" y="1659765"/>
                  <a:pt x="3236383" y="645881"/>
                  <a:pt x="3276600" y="559098"/>
                </a:cubicBezTo>
                <a:cubicBezTo>
                  <a:pt x="3316817" y="472315"/>
                  <a:pt x="3365500" y="1177165"/>
                  <a:pt x="3390900" y="1181398"/>
                </a:cubicBezTo>
                <a:cubicBezTo>
                  <a:pt x="3416300" y="1185631"/>
                  <a:pt x="3405717" y="544281"/>
                  <a:pt x="3429000" y="584498"/>
                </a:cubicBezTo>
                <a:cubicBezTo>
                  <a:pt x="3452283" y="624715"/>
                  <a:pt x="3481917" y="1471381"/>
                  <a:pt x="3530600" y="1422698"/>
                </a:cubicBezTo>
                <a:cubicBezTo>
                  <a:pt x="3579283" y="1374015"/>
                  <a:pt x="3655483" y="283931"/>
                  <a:pt x="3721100" y="292398"/>
                </a:cubicBezTo>
                <a:cubicBezTo>
                  <a:pt x="3786717" y="300865"/>
                  <a:pt x="3867150" y="1407881"/>
                  <a:pt x="3924300" y="1473498"/>
                </a:cubicBezTo>
                <a:cubicBezTo>
                  <a:pt x="3981450" y="1539115"/>
                  <a:pt x="4021667" y="726315"/>
                  <a:pt x="4064000" y="686098"/>
                </a:cubicBezTo>
                <a:cubicBezTo>
                  <a:pt x="4106333" y="645881"/>
                  <a:pt x="4142317" y="1280881"/>
                  <a:pt x="4178300" y="1232198"/>
                </a:cubicBezTo>
                <a:cubicBezTo>
                  <a:pt x="4214283" y="1183515"/>
                  <a:pt x="4247091" y="788756"/>
                  <a:pt x="4279900" y="393998"/>
                </a:cubicBezTo>
              </a:path>
            </a:pathLst>
          </a:custGeom>
          <a:noFill/>
          <a:ln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0477908-159F-8AE3-3D51-6BC23BC0895D}"/>
              </a:ext>
            </a:extLst>
          </p:cNvPr>
          <p:cNvSpPr/>
          <p:nvPr/>
        </p:nvSpPr>
        <p:spPr>
          <a:xfrm>
            <a:off x="6388099" y="355600"/>
            <a:ext cx="927101" cy="274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52BBA3E-C5CF-FBA6-D180-E90551929D78}"/>
              </a:ext>
            </a:extLst>
          </p:cNvPr>
          <p:cNvCxnSpPr/>
          <p:nvPr/>
        </p:nvCxnSpPr>
        <p:spPr>
          <a:xfrm>
            <a:off x="7327901" y="3759200"/>
            <a:ext cx="0" cy="25527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4893FC9-71BF-3C4C-70CB-9C4314FC9436}"/>
              </a:ext>
            </a:extLst>
          </p:cNvPr>
          <p:cNvCxnSpPr>
            <a:cxnSpLocks/>
          </p:cNvCxnSpPr>
          <p:nvPr/>
        </p:nvCxnSpPr>
        <p:spPr>
          <a:xfrm>
            <a:off x="7327901" y="5003800"/>
            <a:ext cx="4279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3" name="Picture 142">
            <a:extLst>
              <a:ext uri="{FF2B5EF4-FFF2-40B4-BE49-F238E27FC236}">
                <a16:creationId xmlns:a16="http://schemas.microsoft.com/office/drawing/2014/main" id="{DDAB4CEC-1A0B-D562-FB03-04B24EF67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0451" y="3922014"/>
            <a:ext cx="381000" cy="266700"/>
          </a:xfrm>
          <a:prstGeom prst="rect">
            <a:avLst/>
          </a:prstGeom>
        </p:spPr>
      </p:pic>
      <p:sp>
        <p:nvSpPr>
          <p:cNvPr id="144" name="Freeform 143">
            <a:extLst>
              <a:ext uri="{FF2B5EF4-FFF2-40B4-BE49-F238E27FC236}">
                <a16:creationId xmlns:a16="http://schemas.microsoft.com/office/drawing/2014/main" id="{E0154B8E-20B9-17B0-8A35-05D64B3CD109}"/>
              </a:ext>
            </a:extLst>
          </p:cNvPr>
          <p:cNvSpPr/>
          <p:nvPr/>
        </p:nvSpPr>
        <p:spPr>
          <a:xfrm>
            <a:off x="7340602" y="3985999"/>
            <a:ext cx="4279900" cy="2099101"/>
          </a:xfrm>
          <a:custGeom>
            <a:avLst/>
            <a:gdLst>
              <a:gd name="csX0" fmla="*/ 0 w 4279900"/>
              <a:gd name="csY0" fmla="*/ 1003598 h 2099101"/>
              <a:gd name="csX1" fmla="*/ 101600 w 4279900"/>
              <a:gd name="csY1" fmla="*/ 216198 h 2099101"/>
              <a:gd name="csX2" fmla="*/ 215900 w 4279900"/>
              <a:gd name="csY2" fmla="*/ 1638598 h 2099101"/>
              <a:gd name="csX3" fmla="*/ 342900 w 4279900"/>
              <a:gd name="csY3" fmla="*/ 279698 h 2099101"/>
              <a:gd name="csX4" fmla="*/ 431800 w 4279900"/>
              <a:gd name="csY4" fmla="*/ 647998 h 2099101"/>
              <a:gd name="csX5" fmla="*/ 495300 w 4279900"/>
              <a:gd name="csY5" fmla="*/ 298 h 2099101"/>
              <a:gd name="csX6" fmla="*/ 609600 w 4279900"/>
              <a:gd name="csY6" fmla="*/ 559098 h 2099101"/>
              <a:gd name="csX7" fmla="*/ 711200 w 4279900"/>
              <a:gd name="csY7" fmla="*/ 190798 h 2099101"/>
              <a:gd name="csX8" fmla="*/ 787400 w 4279900"/>
              <a:gd name="csY8" fmla="*/ 1371898 h 2099101"/>
              <a:gd name="csX9" fmla="*/ 876300 w 4279900"/>
              <a:gd name="csY9" fmla="*/ 736898 h 2099101"/>
              <a:gd name="csX10" fmla="*/ 1028700 w 4279900"/>
              <a:gd name="csY10" fmla="*/ 1956098 h 2099101"/>
              <a:gd name="csX11" fmla="*/ 1092200 w 4279900"/>
              <a:gd name="csY11" fmla="*/ 1422698 h 2099101"/>
              <a:gd name="csX12" fmla="*/ 1181100 w 4279900"/>
              <a:gd name="csY12" fmla="*/ 1943398 h 2099101"/>
              <a:gd name="csX13" fmla="*/ 1231900 w 4279900"/>
              <a:gd name="csY13" fmla="*/ 825798 h 2099101"/>
              <a:gd name="csX14" fmla="*/ 1435100 w 4279900"/>
              <a:gd name="csY14" fmla="*/ 1435398 h 2099101"/>
              <a:gd name="csX15" fmla="*/ 1460500 w 4279900"/>
              <a:gd name="csY15" fmla="*/ 597198 h 2099101"/>
              <a:gd name="csX16" fmla="*/ 1625600 w 4279900"/>
              <a:gd name="csY16" fmla="*/ 1676698 h 2099101"/>
              <a:gd name="csX17" fmla="*/ 1752600 w 4279900"/>
              <a:gd name="csY17" fmla="*/ 495598 h 2099101"/>
              <a:gd name="csX18" fmla="*/ 1917700 w 4279900"/>
              <a:gd name="csY18" fmla="*/ 1816398 h 2099101"/>
              <a:gd name="csX19" fmla="*/ 1968500 w 4279900"/>
              <a:gd name="csY19" fmla="*/ 1105198 h 2099101"/>
              <a:gd name="csX20" fmla="*/ 2108200 w 4279900"/>
              <a:gd name="csY20" fmla="*/ 1956098 h 2099101"/>
              <a:gd name="csX21" fmla="*/ 2222500 w 4279900"/>
              <a:gd name="csY21" fmla="*/ 1816398 h 2099101"/>
              <a:gd name="csX22" fmla="*/ 2298700 w 4279900"/>
              <a:gd name="csY22" fmla="*/ 2044998 h 2099101"/>
              <a:gd name="csX23" fmla="*/ 2374900 w 4279900"/>
              <a:gd name="csY23" fmla="*/ 622598 h 2099101"/>
              <a:gd name="csX24" fmla="*/ 2489200 w 4279900"/>
              <a:gd name="csY24" fmla="*/ 203498 h 2099101"/>
              <a:gd name="csX25" fmla="*/ 2603500 w 4279900"/>
              <a:gd name="csY25" fmla="*/ 724198 h 2099101"/>
              <a:gd name="csX26" fmla="*/ 2679700 w 4279900"/>
              <a:gd name="csY26" fmla="*/ 178098 h 2099101"/>
              <a:gd name="csX27" fmla="*/ 2832100 w 4279900"/>
              <a:gd name="csY27" fmla="*/ 1282998 h 2099101"/>
              <a:gd name="csX28" fmla="*/ 2997200 w 4279900"/>
              <a:gd name="csY28" fmla="*/ 813098 h 2099101"/>
              <a:gd name="csX29" fmla="*/ 3149600 w 4279900"/>
              <a:gd name="csY29" fmla="*/ 1702098 h 2099101"/>
              <a:gd name="csX30" fmla="*/ 3276600 w 4279900"/>
              <a:gd name="csY30" fmla="*/ 559098 h 2099101"/>
              <a:gd name="csX31" fmla="*/ 3390900 w 4279900"/>
              <a:gd name="csY31" fmla="*/ 1181398 h 2099101"/>
              <a:gd name="csX32" fmla="*/ 3429000 w 4279900"/>
              <a:gd name="csY32" fmla="*/ 584498 h 2099101"/>
              <a:gd name="csX33" fmla="*/ 3530600 w 4279900"/>
              <a:gd name="csY33" fmla="*/ 1422698 h 2099101"/>
              <a:gd name="csX34" fmla="*/ 3721100 w 4279900"/>
              <a:gd name="csY34" fmla="*/ 292398 h 2099101"/>
              <a:gd name="csX35" fmla="*/ 3924300 w 4279900"/>
              <a:gd name="csY35" fmla="*/ 1473498 h 2099101"/>
              <a:gd name="csX36" fmla="*/ 4064000 w 4279900"/>
              <a:gd name="csY36" fmla="*/ 686098 h 2099101"/>
              <a:gd name="csX37" fmla="*/ 4178300 w 4279900"/>
              <a:gd name="csY37" fmla="*/ 1232198 h 2099101"/>
              <a:gd name="csX38" fmla="*/ 4279900 w 4279900"/>
              <a:gd name="csY38" fmla="*/ 393998 h 20991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4279900" h="2099101">
                <a:moveTo>
                  <a:pt x="0" y="1003598"/>
                </a:moveTo>
                <a:cubicBezTo>
                  <a:pt x="32808" y="556981"/>
                  <a:pt x="65617" y="110365"/>
                  <a:pt x="101600" y="216198"/>
                </a:cubicBezTo>
                <a:cubicBezTo>
                  <a:pt x="137583" y="322031"/>
                  <a:pt x="175683" y="1628015"/>
                  <a:pt x="215900" y="1638598"/>
                </a:cubicBezTo>
                <a:cubicBezTo>
                  <a:pt x="256117" y="1649181"/>
                  <a:pt x="306917" y="444798"/>
                  <a:pt x="342900" y="279698"/>
                </a:cubicBezTo>
                <a:cubicBezTo>
                  <a:pt x="378883" y="114598"/>
                  <a:pt x="406400" y="694565"/>
                  <a:pt x="431800" y="647998"/>
                </a:cubicBezTo>
                <a:cubicBezTo>
                  <a:pt x="457200" y="601431"/>
                  <a:pt x="465667" y="15115"/>
                  <a:pt x="495300" y="298"/>
                </a:cubicBezTo>
                <a:cubicBezTo>
                  <a:pt x="524933" y="-14519"/>
                  <a:pt x="573617" y="527348"/>
                  <a:pt x="609600" y="559098"/>
                </a:cubicBezTo>
                <a:cubicBezTo>
                  <a:pt x="645583" y="590848"/>
                  <a:pt x="681567" y="55332"/>
                  <a:pt x="711200" y="190798"/>
                </a:cubicBezTo>
                <a:cubicBezTo>
                  <a:pt x="740833" y="326264"/>
                  <a:pt x="759883" y="1280881"/>
                  <a:pt x="787400" y="1371898"/>
                </a:cubicBezTo>
                <a:cubicBezTo>
                  <a:pt x="814917" y="1462915"/>
                  <a:pt x="836083" y="639531"/>
                  <a:pt x="876300" y="736898"/>
                </a:cubicBezTo>
                <a:cubicBezTo>
                  <a:pt x="916517" y="834265"/>
                  <a:pt x="992717" y="1841798"/>
                  <a:pt x="1028700" y="1956098"/>
                </a:cubicBezTo>
                <a:cubicBezTo>
                  <a:pt x="1064683" y="2070398"/>
                  <a:pt x="1066800" y="1424815"/>
                  <a:pt x="1092200" y="1422698"/>
                </a:cubicBezTo>
                <a:cubicBezTo>
                  <a:pt x="1117600" y="1420581"/>
                  <a:pt x="1157817" y="2042881"/>
                  <a:pt x="1181100" y="1943398"/>
                </a:cubicBezTo>
                <a:cubicBezTo>
                  <a:pt x="1204383" y="1843915"/>
                  <a:pt x="1189567" y="910465"/>
                  <a:pt x="1231900" y="825798"/>
                </a:cubicBezTo>
                <a:cubicBezTo>
                  <a:pt x="1274233" y="741131"/>
                  <a:pt x="1397000" y="1473498"/>
                  <a:pt x="1435100" y="1435398"/>
                </a:cubicBezTo>
                <a:cubicBezTo>
                  <a:pt x="1473200" y="1397298"/>
                  <a:pt x="1428750" y="556981"/>
                  <a:pt x="1460500" y="597198"/>
                </a:cubicBezTo>
                <a:cubicBezTo>
                  <a:pt x="1492250" y="637415"/>
                  <a:pt x="1576917" y="1693631"/>
                  <a:pt x="1625600" y="1676698"/>
                </a:cubicBezTo>
                <a:cubicBezTo>
                  <a:pt x="1674283" y="1659765"/>
                  <a:pt x="1703917" y="472315"/>
                  <a:pt x="1752600" y="495598"/>
                </a:cubicBezTo>
                <a:cubicBezTo>
                  <a:pt x="1801283" y="518881"/>
                  <a:pt x="1881717" y="1714798"/>
                  <a:pt x="1917700" y="1816398"/>
                </a:cubicBezTo>
                <a:cubicBezTo>
                  <a:pt x="1953683" y="1917998"/>
                  <a:pt x="1936750" y="1081915"/>
                  <a:pt x="1968500" y="1105198"/>
                </a:cubicBezTo>
                <a:cubicBezTo>
                  <a:pt x="2000250" y="1128481"/>
                  <a:pt x="2065867" y="1837565"/>
                  <a:pt x="2108200" y="1956098"/>
                </a:cubicBezTo>
                <a:cubicBezTo>
                  <a:pt x="2150533" y="2074631"/>
                  <a:pt x="2190750" y="1801581"/>
                  <a:pt x="2222500" y="1816398"/>
                </a:cubicBezTo>
                <a:cubicBezTo>
                  <a:pt x="2254250" y="1831215"/>
                  <a:pt x="2273300" y="2243965"/>
                  <a:pt x="2298700" y="2044998"/>
                </a:cubicBezTo>
                <a:cubicBezTo>
                  <a:pt x="2324100" y="1846031"/>
                  <a:pt x="2343150" y="929515"/>
                  <a:pt x="2374900" y="622598"/>
                </a:cubicBezTo>
                <a:cubicBezTo>
                  <a:pt x="2406650" y="315681"/>
                  <a:pt x="2451100" y="186565"/>
                  <a:pt x="2489200" y="203498"/>
                </a:cubicBezTo>
                <a:cubicBezTo>
                  <a:pt x="2527300" y="220431"/>
                  <a:pt x="2571750" y="728431"/>
                  <a:pt x="2603500" y="724198"/>
                </a:cubicBezTo>
                <a:cubicBezTo>
                  <a:pt x="2635250" y="719965"/>
                  <a:pt x="2641600" y="84965"/>
                  <a:pt x="2679700" y="178098"/>
                </a:cubicBezTo>
                <a:cubicBezTo>
                  <a:pt x="2717800" y="271231"/>
                  <a:pt x="2779183" y="1177165"/>
                  <a:pt x="2832100" y="1282998"/>
                </a:cubicBezTo>
                <a:cubicBezTo>
                  <a:pt x="2885017" y="1388831"/>
                  <a:pt x="2944283" y="743248"/>
                  <a:pt x="2997200" y="813098"/>
                </a:cubicBezTo>
                <a:cubicBezTo>
                  <a:pt x="3050117" y="882948"/>
                  <a:pt x="3103033" y="1744431"/>
                  <a:pt x="3149600" y="1702098"/>
                </a:cubicBezTo>
                <a:cubicBezTo>
                  <a:pt x="3196167" y="1659765"/>
                  <a:pt x="3236383" y="645881"/>
                  <a:pt x="3276600" y="559098"/>
                </a:cubicBezTo>
                <a:cubicBezTo>
                  <a:pt x="3316817" y="472315"/>
                  <a:pt x="3365500" y="1177165"/>
                  <a:pt x="3390900" y="1181398"/>
                </a:cubicBezTo>
                <a:cubicBezTo>
                  <a:pt x="3416300" y="1185631"/>
                  <a:pt x="3405717" y="544281"/>
                  <a:pt x="3429000" y="584498"/>
                </a:cubicBezTo>
                <a:cubicBezTo>
                  <a:pt x="3452283" y="624715"/>
                  <a:pt x="3481917" y="1471381"/>
                  <a:pt x="3530600" y="1422698"/>
                </a:cubicBezTo>
                <a:cubicBezTo>
                  <a:pt x="3579283" y="1374015"/>
                  <a:pt x="3655483" y="283931"/>
                  <a:pt x="3721100" y="292398"/>
                </a:cubicBezTo>
                <a:cubicBezTo>
                  <a:pt x="3786717" y="300865"/>
                  <a:pt x="3867150" y="1407881"/>
                  <a:pt x="3924300" y="1473498"/>
                </a:cubicBezTo>
                <a:cubicBezTo>
                  <a:pt x="3981450" y="1539115"/>
                  <a:pt x="4021667" y="726315"/>
                  <a:pt x="4064000" y="686098"/>
                </a:cubicBezTo>
                <a:cubicBezTo>
                  <a:pt x="4106333" y="645881"/>
                  <a:pt x="4142317" y="1280881"/>
                  <a:pt x="4178300" y="1232198"/>
                </a:cubicBezTo>
                <a:cubicBezTo>
                  <a:pt x="4214283" y="1183515"/>
                  <a:pt x="4247091" y="788756"/>
                  <a:pt x="4279900" y="393998"/>
                </a:cubicBez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03608FFB-A7D3-B2C9-0E2D-C5093EF9035A}"/>
              </a:ext>
            </a:extLst>
          </p:cNvPr>
          <p:cNvSpPr/>
          <p:nvPr/>
        </p:nvSpPr>
        <p:spPr>
          <a:xfrm rot="10800000">
            <a:off x="7264401" y="4225111"/>
            <a:ext cx="4279900" cy="1758467"/>
          </a:xfrm>
          <a:custGeom>
            <a:avLst/>
            <a:gdLst>
              <a:gd name="csX0" fmla="*/ 0 w 4279900"/>
              <a:gd name="csY0" fmla="*/ 1003598 h 2099101"/>
              <a:gd name="csX1" fmla="*/ 101600 w 4279900"/>
              <a:gd name="csY1" fmla="*/ 216198 h 2099101"/>
              <a:gd name="csX2" fmla="*/ 215900 w 4279900"/>
              <a:gd name="csY2" fmla="*/ 1638598 h 2099101"/>
              <a:gd name="csX3" fmla="*/ 342900 w 4279900"/>
              <a:gd name="csY3" fmla="*/ 279698 h 2099101"/>
              <a:gd name="csX4" fmla="*/ 431800 w 4279900"/>
              <a:gd name="csY4" fmla="*/ 647998 h 2099101"/>
              <a:gd name="csX5" fmla="*/ 495300 w 4279900"/>
              <a:gd name="csY5" fmla="*/ 298 h 2099101"/>
              <a:gd name="csX6" fmla="*/ 609600 w 4279900"/>
              <a:gd name="csY6" fmla="*/ 559098 h 2099101"/>
              <a:gd name="csX7" fmla="*/ 711200 w 4279900"/>
              <a:gd name="csY7" fmla="*/ 190798 h 2099101"/>
              <a:gd name="csX8" fmla="*/ 787400 w 4279900"/>
              <a:gd name="csY8" fmla="*/ 1371898 h 2099101"/>
              <a:gd name="csX9" fmla="*/ 876300 w 4279900"/>
              <a:gd name="csY9" fmla="*/ 736898 h 2099101"/>
              <a:gd name="csX10" fmla="*/ 1028700 w 4279900"/>
              <a:gd name="csY10" fmla="*/ 1956098 h 2099101"/>
              <a:gd name="csX11" fmla="*/ 1092200 w 4279900"/>
              <a:gd name="csY11" fmla="*/ 1422698 h 2099101"/>
              <a:gd name="csX12" fmla="*/ 1181100 w 4279900"/>
              <a:gd name="csY12" fmla="*/ 1943398 h 2099101"/>
              <a:gd name="csX13" fmla="*/ 1231900 w 4279900"/>
              <a:gd name="csY13" fmla="*/ 825798 h 2099101"/>
              <a:gd name="csX14" fmla="*/ 1435100 w 4279900"/>
              <a:gd name="csY14" fmla="*/ 1435398 h 2099101"/>
              <a:gd name="csX15" fmla="*/ 1460500 w 4279900"/>
              <a:gd name="csY15" fmla="*/ 597198 h 2099101"/>
              <a:gd name="csX16" fmla="*/ 1625600 w 4279900"/>
              <a:gd name="csY16" fmla="*/ 1676698 h 2099101"/>
              <a:gd name="csX17" fmla="*/ 1752600 w 4279900"/>
              <a:gd name="csY17" fmla="*/ 495598 h 2099101"/>
              <a:gd name="csX18" fmla="*/ 1917700 w 4279900"/>
              <a:gd name="csY18" fmla="*/ 1816398 h 2099101"/>
              <a:gd name="csX19" fmla="*/ 1968500 w 4279900"/>
              <a:gd name="csY19" fmla="*/ 1105198 h 2099101"/>
              <a:gd name="csX20" fmla="*/ 2108200 w 4279900"/>
              <a:gd name="csY20" fmla="*/ 1956098 h 2099101"/>
              <a:gd name="csX21" fmla="*/ 2222500 w 4279900"/>
              <a:gd name="csY21" fmla="*/ 1816398 h 2099101"/>
              <a:gd name="csX22" fmla="*/ 2298700 w 4279900"/>
              <a:gd name="csY22" fmla="*/ 2044998 h 2099101"/>
              <a:gd name="csX23" fmla="*/ 2374900 w 4279900"/>
              <a:gd name="csY23" fmla="*/ 622598 h 2099101"/>
              <a:gd name="csX24" fmla="*/ 2489200 w 4279900"/>
              <a:gd name="csY24" fmla="*/ 203498 h 2099101"/>
              <a:gd name="csX25" fmla="*/ 2603500 w 4279900"/>
              <a:gd name="csY25" fmla="*/ 724198 h 2099101"/>
              <a:gd name="csX26" fmla="*/ 2679700 w 4279900"/>
              <a:gd name="csY26" fmla="*/ 178098 h 2099101"/>
              <a:gd name="csX27" fmla="*/ 2832100 w 4279900"/>
              <a:gd name="csY27" fmla="*/ 1282998 h 2099101"/>
              <a:gd name="csX28" fmla="*/ 2997200 w 4279900"/>
              <a:gd name="csY28" fmla="*/ 813098 h 2099101"/>
              <a:gd name="csX29" fmla="*/ 3149600 w 4279900"/>
              <a:gd name="csY29" fmla="*/ 1702098 h 2099101"/>
              <a:gd name="csX30" fmla="*/ 3276600 w 4279900"/>
              <a:gd name="csY30" fmla="*/ 559098 h 2099101"/>
              <a:gd name="csX31" fmla="*/ 3390900 w 4279900"/>
              <a:gd name="csY31" fmla="*/ 1181398 h 2099101"/>
              <a:gd name="csX32" fmla="*/ 3429000 w 4279900"/>
              <a:gd name="csY32" fmla="*/ 584498 h 2099101"/>
              <a:gd name="csX33" fmla="*/ 3530600 w 4279900"/>
              <a:gd name="csY33" fmla="*/ 1422698 h 2099101"/>
              <a:gd name="csX34" fmla="*/ 3721100 w 4279900"/>
              <a:gd name="csY34" fmla="*/ 292398 h 2099101"/>
              <a:gd name="csX35" fmla="*/ 3924300 w 4279900"/>
              <a:gd name="csY35" fmla="*/ 1473498 h 2099101"/>
              <a:gd name="csX36" fmla="*/ 4064000 w 4279900"/>
              <a:gd name="csY36" fmla="*/ 686098 h 2099101"/>
              <a:gd name="csX37" fmla="*/ 4178300 w 4279900"/>
              <a:gd name="csY37" fmla="*/ 1232198 h 2099101"/>
              <a:gd name="csX38" fmla="*/ 4279900 w 4279900"/>
              <a:gd name="csY38" fmla="*/ 393998 h 2099101"/>
              <a:gd name="csX0" fmla="*/ 0 w 4279900"/>
              <a:gd name="csY0" fmla="*/ 1003598 h 2052445"/>
              <a:gd name="csX1" fmla="*/ 101600 w 4279900"/>
              <a:gd name="csY1" fmla="*/ 216198 h 2052445"/>
              <a:gd name="csX2" fmla="*/ 215900 w 4279900"/>
              <a:gd name="csY2" fmla="*/ 1638598 h 2052445"/>
              <a:gd name="csX3" fmla="*/ 342900 w 4279900"/>
              <a:gd name="csY3" fmla="*/ 279698 h 2052445"/>
              <a:gd name="csX4" fmla="*/ 431800 w 4279900"/>
              <a:gd name="csY4" fmla="*/ 647998 h 2052445"/>
              <a:gd name="csX5" fmla="*/ 495300 w 4279900"/>
              <a:gd name="csY5" fmla="*/ 298 h 2052445"/>
              <a:gd name="csX6" fmla="*/ 609600 w 4279900"/>
              <a:gd name="csY6" fmla="*/ 559098 h 2052445"/>
              <a:gd name="csX7" fmla="*/ 711200 w 4279900"/>
              <a:gd name="csY7" fmla="*/ 190798 h 2052445"/>
              <a:gd name="csX8" fmla="*/ 787400 w 4279900"/>
              <a:gd name="csY8" fmla="*/ 1371898 h 2052445"/>
              <a:gd name="csX9" fmla="*/ 876300 w 4279900"/>
              <a:gd name="csY9" fmla="*/ 736898 h 2052445"/>
              <a:gd name="csX10" fmla="*/ 1028700 w 4279900"/>
              <a:gd name="csY10" fmla="*/ 1956098 h 2052445"/>
              <a:gd name="csX11" fmla="*/ 1092200 w 4279900"/>
              <a:gd name="csY11" fmla="*/ 1422698 h 2052445"/>
              <a:gd name="csX12" fmla="*/ 1181100 w 4279900"/>
              <a:gd name="csY12" fmla="*/ 1943398 h 2052445"/>
              <a:gd name="csX13" fmla="*/ 1231900 w 4279900"/>
              <a:gd name="csY13" fmla="*/ 825798 h 2052445"/>
              <a:gd name="csX14" fmla="*/ 1435100 w 4279900"/>
              <a:gd name="csY14" fmla="*/ 1435398 h 2052445"/>
              <a:gd name="csX15" fmla="*/ 1460500 w 4279900"/>
              <a:gd name="csY15" fmla="*/ 597198 h 2052445"/>
              <a:gd name="csX16" fmla="*/ 1625600 w 4279900"/>
              <a:gd name="csY16" fmla="*/ 1676698 h 2052445"/>
              <a:gd name="csX17" fmla="*/ 1752600 w 4279900"/>
              <a:gd name="csY17" fmla="*/ 495598 h 2052445"/>
              <a:gd name="csX18" fmla="*/ 1917700 w 4279900"/>
              <a:gd name="csY18" fmla="*/ 1816398 h 2052445"/>
              <a:gd name="csX19" fmla="*/ 1968500 w 4279900"/>
              <a:gd name="csY19" fmla="*/ 1105198 h 2052445"/>
              <a:gd name="csX20" fmla="*/ 2108200 w 4279900"/>
              <a:gd name="csY20" fmla="*/ 1956098 h 2052445"/>
              <a:gd name="csX21" fmla="*/ 2204027 w 4279900"/>
              <a:gd name="csY21" fmla="*/ 1214638 h 2052445"/>
              <a:gd name="csX22" fmla="*/ 2298700 w 4279900"/>
              <a:gd name="csY22" fmla="*/ 2044998 h 2052445"/>
              <a:gd name="csX23" fmla="*/ 2374900 w 4279900"/>
              <a:gd name="csY23" fmla="*/ 622598 h 2052445"/>
              <a:gd name="csX24" fmla="*/ 2489200 w 4279900"/>
              <a:gd name="csY24" fmla="*/ 203498 h 2052445"/>
              <a:gd name="csX25" fmla="*/ 2603500 w 4279900"/>
              <a:gd name="csY25" fmla="*/ 724198 h 2052445"/>
              <a:gd name="csX26" fmla="*/ 2679700 w 4279900"/>
              <a:gd name="csY26" fmla="*/ 178098 h 2052445"/>
              <a:gd name="csX27" fmla="*/ 2832100 w 4279900"/>
              <a:gd name="csY27" fmla="*/ 1282998 h 2052445"/>
              <a:gd name="csX28" fmla="*/ 2997200 w 4279900"/>
              <a:gd name="csY28" fmla="*/ 813098 h 2052445"/>
              <a:gd name="csX29" fmla="*/ 3149600 w 4279900"/>
              <a:gd name="csY29" fmla="*/ 1702098 h 2052445"/>
              <a:gd name="csX30" fmla="*/ 3276600 w 4279900"/>
              <a:gd name="csY30" fmla="*/ 559098 h 2052445"/>
              <a:gd name="csX31" fmla="*/ 3390900 w 4279900"/>
              <a:gd name="csY31" fmla="*/ 1181398 h 2052445"/>
              <a:gd name="csX32" fmla="*/ 3429000 w 4279900"/>
              <a:gd name="csY32" fmla="*/ 584498 h 2052445"/>
              <a:gd name="csX33" fmla="*/ 3530600 w 4279900"/>
              <a:gd name="csY33" fmla="*/ 1422698 h 2052445"/>
              <a:gd name="csX34" fmla="*/ 3721100 w 4279900"/>
              <a:gd name="csY34" fmla="*/ 292398 h 2052445"/>
              <a:gd name="csX35" fmla="*/ 3924300 w 4279900"/>
              <a:gd name="csY35" fmla="*/ 1473498 h 2052445"/>
              <a:gd name="csX36" fmla="*/ 4064000 w 4279900"/>
              <a:gd name="csY36" fmla="*/ 686098 h 2052445"/>
              <a:gd name="csX37" fmla="*/ 4178300 w 4279900"/>
              <a:gd name="csY37" fmla="*/ 1232198 h 2052445"/>
              <a:gd name="csX38" fmla="*/ 4279900 w 4279900"/>
              <a:gd name="csY38" fmla="*/ 393998 h 2052445"/>
              <a:gd name="csX0" fmla="*/ 0 w 4279900"/>
              <a:gd name="csY0" fmla="*/ 1003598 h 1969661"/>
              <a:gd name="csX1" fmla="*/ 101600 w 4279900"/>
              <a:gd name="csY1" fmla="*/ 216198 h 1969661"/>
              <a:gd name="csX2" fmla="*/ 215900 w 4279900"/>
              <a:gd name="csY2" fmla="*/ 1638598 h 1969661"/>
              <a:gd name="csX3" fmla="*/ 342900 w 4279900"/>
              <a:gd name="csY3" fmla="*/ 279698 h 1969661"/>
              <a:gd name="csX4" fmla="*/ 431800 w 4279900"/>
              <a:gd name="csY4" fmla="*/ 647998 h 1969661"/>
              <a:gd name="csX5" fmla="*/ 495300 w 4279900"/>
              <a:gd name="csY5" fmla="*/ 298 h 1969661"/>
              <a:gd name="csX6" fmla="*/ 609600 w 4279900"/>
              <a:gd name="csY6" fmla="*/ 559098 h 1969661"/>
              <a:gd name="csX7" fmla="*/ 711200 w 4279900"/>
              <a:gd name="csY7" fmla="*/ 190798 h 1969661"/>
              <a:gd name="csX8" fmla="*/ 787400 w 4279900"/>
              <a:gd name="csY8" fmla="*/ 1371898 h 1969661"/>
              <a:gd name="csX9" fmla="*/ 876300 w 4279900"/>
              <a:gd name="csY9" fmla="*/ 736898 h 1969661"/>
              <a:gd name="csX10" fmla="*/ 1028700 w 4279900"/>
              <a:gd name="csY10" fmla="*/ 1956098 h 1969661"/>
              <a:gd name="csX11" fmla="*/ 1092200 w 4279900"/>
              <a:gd name="csY11" fmla="*/ 1422698 h 1969661"/>
              <a:gd name="csX12" fmla="*/ 1181100 w 4279900"/>
              <a:gd name="csY12" fmla="*/ 1943398 h 1969661"/>
              <a:gd name="csX13" fmla="*/ 1231900 w 4279900"/>
              <a:gd name="csY13" fmla="*/ 825798 h 1969661"/>
              <a:gd name="csX14" fmla="*/ 1435100 w 4279900"/>
              <a:gd name="csY14" fmla="*/ 1435398 h 1969661"/>
              <a:gd name="csX15" fmla="*/ 1460500 w 4279900"/>
              <a:gd name="csY15" fmla="*/ 597198 h 1969661"/>
              <a:gd name="csX16" fmla="*/ 1625600 w 4279900"/>
              <a:gd name="csY16" fmla="*/ 1676698 h 1969661"/>
              <a:gd name="csX17" fmla="*/ 1752600 w 4279900"/>
              <a:gd name="csY17" fmla="*/ 495598 h 1969661"/>
              <a:gd name="csX18" fmla="*/ 1917700 w 4279900"/>
              <a:gd name="csY18" fmla="*/ 1816398 h 1969661"/>
              <a:gd name="csX19" fmla="*/ 1968500 w 4279900"/>
              <a:gd name="csY19" fmla="*/ 1105198 h 1969661"/>
              <a:gd name="csX20" fmla="*/ 2108200 w 4279900"/>
              <a:gd name="csY20" fmla="*/ 1956098 h 1969661"/>
              <a:gd name="csX21" fmla="*/ 2204027 w 4279900"/>
              <a:gd name="csY21" fmla="*/ 1214638 h 1969661"/>
              <a:gd name="csX22" fmla="*/ 2298700 w 4279900"/>
              <a:gd name="csY22" fmla="*/ 1598866 h 1969661"/>
              <a:gd name="csX23" fmla="*/ 2374900 w 4279900"/>
              <a:gd name="csY23" fmla="*/ 622598 h 1969661"/>
              <a:gd name="csX24" fmla="*/ 2489200 w 4279900"/>
              <a:gd name="csY24" fmla="*/ 203498 h 1969661"/>
              <a:gd name="csX25" fmla="*/ 2603500 w 4279900"/>
              <a:gd name="csY25" fmla="*/ 724198 h 1969661"/>
              <a:gd name="csX26" fmla="*/ 2679700 w 4279900"/>
              <a:gd name="csY26" fmla="*/ 178098 h 1969661"/>
              <a:gd name="csX27" fmla="*/ 2832100 w 4279900"/>
              <a:gd name="csY27" fmla="*/ 1282998 h 1969661"/>
              <a:gd name="csX28" fmla="*/ 2997200 w 4279900"/>
              <a:gd name="csY28" fmla="*/ 813098 h 1969661"/>
              <a:gd name="csX29" fmla="*/ 3149600 w 4279900"/>
              <a:gd name="csY29" fmla="*/ 1702098 h 1969661"/>
              <a:gd name="csX30" fmla="*/ 3276600 w 4279900"/>
              <a:gd name="csY30" fmla="*/ 559098 h 1969661"/>
              <a:gd name="csX31" fmla="*/ 3390900 w 4279900"/>
              <a:gd name="csY31" fmla="*/ 1181398 h 1969661"/>
              <a:gd name="csX32" fmla="*/ 3429000 w 4279900"/>
              <a:gd name="csY32" fmla="*/ 584498 h 1969661"/>
              <a:gd name="csX33" fmla="*/ 3530600 w 4279900"/>
              <a:gd name="csY33" fmla="*/ 1422698 h 1969661"/>
              <a:gd name="csX34" fmla="*/ 3721100 w 4279900"/>
              <a:gd name="csY34" fmla="*/ 292398 h 1969661"/>
              <a:gd name="csX35" fmla="*/ 3924300 w 4279900"/>
              <a:gd name="csY35" fmla="*/ 1473498 h 1969661"/>
              <a:gd name="csX36" fmla="*/ 4064000 w 4279900"/>
              <a:gd name="csY36" fmla="*/ 686098 h 1969661"/>
              <a:gd name="csX37" fmla="*/ 4178300 w 4279900"/>
              <a:gd name="csY37" fmla="*/ 1232198 h 1969661"/>
              <a:gd name="csX38" fmla="*/ 4279900 w 4279900"/>
              <a:gd name="csY38" fmla="*/ 393998 h 1969661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435100 w 4279900"/>
              <a:gd name="csY14" fmla="*/ 1435398 h 1969662"/>
              <a:gd name="csX15" fmla="*/ 1460500 w 4279900"/>
              <a:gd name="csY15" fmla="*/ 597198 h 1969662"/>
              <a:gd name="csX16" fmla="*/ 1625600 w 4279900"/>
              <a:gd name="csY16" fmla="*/ 1676698 h 1969662"/>
              <a:gd name="csX17" fmla="*/ 1752600 w 4279900"/>
              <a:gd name="csY17" fmla="*/ 495598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90900 w 4279900"/>
              <a:gd name="csY31" fmla="*/ 1181398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64000 w 4279900"/>
              <a:gd name="csY36" fmla="*/ 686098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435100 w 4279900"/>
              <a:gd name="csY14" fmla="*/ 1435398 h 1969662"/>
              <a:gd name="csX15" fmla="*/ 1460500 w 4279900"/>
              <a:gd name="csY15" fmla="*/ 597198 h 1969662"/>
              <a:gd name="csX16" fmla="*/ 1625600 w 4279900"/>
              <a:gd name="csY16" fmla="*/ 1676698 h 1969662"/>
              <a:gd name="csX17" fmla="*/ 1752600 w 4279900"/>
              <a:gd name="csY17" fmla="*/ 495598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53955 w 4279900"/>
              <a:gd name="csY31" fmla="*/ 864956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64000 w 4279900"/>
              <a:gd name="csY36" fmla="*/ 686098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435100 w 4279900"/>
              <a:gd name="csY14" fmla="*/ 1435398 h 1969662"/>
              <a:gd name="csX15" fmla="*/ 1460500 w 4279900"/>
              <a:gd name="csY15" fmla="*/ 597198 h 1969662"/>
              <a:gd name="csX16" fmla="*/ 1625600 w 4279900"/>
              <a:gd name="csY16" fmla="*/ 1676698 h 1969662"/>
              <a:gd name="csX17" fmla="*/ 1752600 w 4279900"/>
              <a:gd name="csY17" fmla="*/ 495598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53955 w 4279900"/>
              <a:gd name="csY31" fmla="*/ 864956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54764 w 4279900"/>
              <a:gd name="csY36" fmla="*/ 1012915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435100 w 4279900"/>
              <a:gd name="csY14" fmla="*/ 1435398 h 1969662"/>
              <a:gd name="csX15" fmla="*/ 1460500 w 4279900"/>
              <a:gd name="csY15" fmla="*/ 597198 h 1969662"/>
              <a:gd name="csX16" fmla="*/ 1625600 w 4279900"/>
              <a:gd name="csY16" fmla="*/ 1676698 h 1969662"/>
              <a:gd name="csX17" fmla="*/ 1775690 w 4279900"/>
              <a:gd name="csY17" fmla="*/ 1014356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53955 w 4279900"/>
              <a:gd name="csY31" fmla="*/ 864956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54764 w 4279900"/>
              <a:gd name="csY36" fmla="*/ 1012915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435100 w 4279900"/>
              <a:gd name="csY14" fmla="*/ 1435398 h 1969662"/>
              <a:gd name="csX15" fmla="*/ 1515918 w 4279900"/>
              <a:gd name="csY15" fmla="*/ 996642 h 1969662"/>
              <a:gd name="csX16" fmla="*/ 1625600 w 4279900"/>
              <a:gd name="csY16" fmla="*/ 1676698 h 1969662"/>
              <a:gd name="csX17" fmla="*/ 1775690 w 4279900"/>
              <a:gd name="csY17" fmla="*/ 1014356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53955 w 4279900"/>
              <a:gd name="csY31" fmla="*/ 864956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54764 w 4279900"/>
              <a:gd name="csY36" fmla="*/ 1012915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69662"/>
              <a:gd name="csX1" fmla="*/ 101600 w 4279900"/>
              <a:gd name="csY1" fmla="*/ 216198 h 1969662"/>
              <a:gd name="csX2" fmla="*/ 215900 w 4279900"/>
              <a:gd name="csY2" fmla="*/ 1638598 h 1969662"/>
              <a:gd name="csX3" fmla="*/ 342900 w 4279900"/>
              <a:gd name="csY3" fmla="*/ 279698 h 1969662"/>
              <a:gd name="csX4" fmla="*/ 431800 w 4279900"/>
              <a:gd name="csY4" fmla="*/ 647998 h 1969662"/>
              <a:gd name="csX5" fmla="*/ 495300 w 4279900"/>
              <a:gd name="csY5" fmla="*/ 298 h 1969662"/>
              <a:gd name="csX6" fmla="*/ 609600 w 4279900"/>
              <a:gd name="csY6" fmla="*/ 559098 h 1969662"/>
              <a:gd name="csX7" fmla="*/ 711200 w 4279900"/>
              <a:gd name="csY7" fmla="*/ 190798 h 1969662"/>
              <a:gd name="csX8" fmla="*/ 787400 w 4279900"/>
              <a:gd name="csY8" fmla="*/ 1371898 h 1969662"/>
              <a:gd name="csX9" fmla="*/ 876300 w 4279900"/>
              <a:gd name="csY9" fmla="*/ 736898 h 1969662"/>
              <a:gd name="csX10" fmla="*/ 1028700 w 4279900"/>
              <a:gd name="csY10" fmla="*/ 1956098 h 1969662"/>
              <a:gd name="csX11" fmla="*/ 1092200 w 4279900"/>
              <a:gd name="csY11" fmla="*/ 1422698 h 1969662"/>
              <a:gd name="csX12" fmla="*/ 1181100 w 4279900"/>
              <a:gd name="csY12" fmla="*/ 1943398 h 1969662"/>
              <a:gd name="csX13" fmla="*/ 1231900 w 4279900"/>
              <a:gd name="csY13" fmla="*/ 825798 h 1969662"/>
              <a:gd name="csX14" fmla="*/ 1356591 w 4279900"/>
              <a:gd name="csY14" fmla="*/ 1414648 h 1969662"/>
              <a:gd name="csX15" fmla="*/ 1515918 w 4279900"/>
              <a:gd name="csY15" fmla="*/ 996642 h 1969662"/>
              <a:gd name="csX16" fmla="*/ 1625600 w 4279900"/>
              <a:gd name="csY16" fmla="*/ 1676698 h 1969662"/>
              <a:gd name="csX17" fmla="*/ 1775690 w 4279900"/>
              <a:gd name="csY17" fmla="*/ 1014356 h 1969662"/>
              <a:gd name="csX18" fmla="*/ 1917700 w 4279900"/>
              <a:gd name="csY18" fmla="*/ 1816398 h 1969662"/>
              <a:gd name="csX19" fmla="*/ 1968500 w 4279900"/>
              <a:gd name="csY19" fmla="*/ 1105198 h 1969662"/>
              <a:gd name="csX20" fmla="*/ 2108200 w 4279900"/>
              <a:gd name="csY20" fmla="*/ 1956098 h 1969662"/>
              <a:gd name="csX21" fmla="*/ 2204027 w 4279900"/>
              <a:gd name="csY21" fmla="*/ 1214638 h 1969662"/>
              <a:gd name="csX22" fmla="*/ 2298700 w 4279900"/>
              <a:gd name="csY22" fmla="*/ 1598866 h 1969662"/>
              <a:gd name="csX23" fmla="*/ 2374900 w 4279900"/>
              <a:gd name="csY23" fmla="*/ 622598 h 1969662"/>
              <a:gd name="csX24" fmla="*/ 2489200 w 4279900"/>
              <a:gd name="csY24" fmla="*/ 203498 h 1969662"/>
              <a:gd name="csX25" fmla="*/ 2603500 w 4279900"/>
              <a:gd name="csY25" fmla="*/ 724198 h 1969662"/>
              <a:gd name="csX26" fmla="*/ 2679700 w 4279900"/>
              <a:gd name="csY26" fmla="*/ 178098 h 1969662"/>
              <a:gd name="csX27" fmla="*/ 2832100 w 4279900"/>
              <a:gd name="csY27" fmla="*/ 1282998 h 1969662"/>
              <a:gd name="csX28" fmla="*/ 2997200 w 4279900"/>
              <a:gd name="csY28" fmla="*/ 501843 h 1969662"/>
              <a:gd name="csX29" fmla="*/ 3149600 w 4279900"/>
              <a:gd name="csY29" fmla="*/ 1702098 h 1969662"/>
              <a:gd name="csX30" fmla="*/ 3276600 w 4279900"/>
              <a:gd name="csY30" fmla="*/ 559098 h 1969662"/>
              <a:gd name="csX31" fmla="*/ 3353955 w 4279900"/>
              <a:gd name="csY31" fmla="*/ 864956 h 1969662"/>
              <a:gd name="csX32" fmla="*/ 3429000 w 4279900"/>
              <a:gd name="csY32" fmla="*/ 584498 h 1969662"/>
              <a:gd name="csX33" fmla="*/ 3530600 w 4279900"/>
              <a:gd name="csY33" fmla="*/ 1422698 h 1969662"/>
              <a:gd name="csX34" fmla="*/ 3721100 w 4279900"/>
              <a:gd name="csY34" fmla="*/ 292398 h 1969662"/>
              <a:gd name="csX35" fmla="*/ 3924300 w 4279900"/>
              <a:gd name="csY35" fmla="*/ 1473498 h 1969662"/>
              <a:gd name="csX36" fmla="*/ 4054764 w 4279900"/>
              <a:gd name="csY36" fmla="*/ 1012915 h 1969662"/>
              <a:gd name="csX37" fmla="*/ 4178300 w 4279900"/>
              <a:gd name="csY37" fmla="*/ 1232198 h 1969662"/>
              <a:gd name="csX38" fmla="*/ 4279900 w 4279900"/>
              <a:gd name="csY38" fmla="*/ 393998 h 1969662"/>
              <a:gd name="csX0" fmla="*/ 0 w 4279900"/>
              <a:gd name="csY0" fmla="*/ 1003598 h 1992086"/>
              <a:gd name="csX1" fmla="*/ 101600 w 4279900"/>
              <a:gd name="csY1" fmla="*/ 216198 h 1992086"/>
              <a:gd name="csX2" fmla="*/ 215900 w 4279900"/>
              <a:gd name="csY2" fmla="*/ 1638598 h 1992086"/>
              <a:gd name="csX3" fmla="*/ 342900 w 4279900"/>
              <a:gd name="csY3" fmla="*/ 279698 h 1992086"/>
              <a:gd name="csX4" fmla="*/ 431800 w 4279900"/>
              <a:gd name="csY4" fmla="*/ 647998 h 1992086"/>
              <a:gd name="csX5" fmla="*/ 495300 w 4279900"/>
              <a:gd name="csY5" fmla="*/ 298 h 1992086"/>
              <a:gd name="csX6" fmla="*/ 609600 w 4279900"/>
              <a:gd name="csY6" fmla="*/ 559098 h 1992086"/>
              <a:gd name="csX7" fmla="*/ 711200 w 4279900"/>
              <a:gd name="csY7" fmla="*/ 190798 h 1992086"/>
              <a:gd name="csX8" fmla="*/ 787400 w 4279900"/>
              <a:gd name="csY8" fmla="*/ 1371898 h 1992086"/>
              <a:gd name="csX9" fmla="*/ 876300 w 4279900"/>
              <a:gd name="csY9" fmla="*/ 736898 h 1992086"/>
              <a:gd name="csX10" fmla="*/ 1028700 w 4279900"/>
              <a:gd name="csY10" fmla="*/ 1956098 h 1992086"/>
              <a:gd name="csX11" fmla="*/ 1096818 w 4279900"/>
              <a:gd name="csY11" fmla="*/ 1692452 h 1992086"/>
              <a:gd name="csX12" fmla="*/ 1181100 w 4279900"/>
              <a:gd name="csY12" fmla="*/ 1943398 h 1992086"/>
              <a:gd name="csX13" fmla="*/ 1231900 w 4279900"/>
              <a:gd name="csY13" fmla="*/ 825798 h 1992086"/>
              <a:gd name="csX14" fmla="*/ 1356591 w 4279900"/>
              <a:gd name="csY14" fmla="*/ 1414648 h 1992086"/>
              <a:gd name="csX15" fmla="*/ 1515918 w 4279900"/>
              <a:gd name="csY15" fmla="*/ 996642 h 1992086"/>
              <a:gd name="csX16" fmla="*/ 1625600 w 4279900"/>
              <a:gd name="csY16" fmla="*/ 1676698 h 1992086"/>
              <a:gd name="csX17" fmla="*/ 1775690 w 4279900"/>
              <a:gd name="csY17" fmla="*/ 1014356 h 1992086"/>
              <a:gd name="csX18" fmla="*/ 1917700 w 4279900"/>
              <a:gd name="csY18" fmla="*/ 1816398 h 1992086"/>
              <a:gd name="csX19" fmla="*/ 1968500 w 4279900"/>
              <a:gd name="csY19" fmla="*/ 1105198 h 1992086"/>
              <a:gd name="csX20" fmla="*/ 2108200 w 4279900"/>
              <a:gd name="csY20" fmla="*/ 1956098 h 1992086"/>
              <a:gd name="csX21" fmla="*/ 2204027 w 4279900"/>
              <a:gd name="csY21" fmla="*/ 1214638 h 1992086"/>
              <a:gd name="csX22" fmla="*/ 2298700 w 4279900"/>
              <a:gd name="csY22" fmla="*/ 1598866 h 1992086"/>
              <a:gd name="csX23" fmla="*/ 2374900 w 4279900"/>
              <a:gd name="csY23" fmla="*/ 622598 h 1992086"/>
              <a:gd name="csX24" fmla="*/ 2489200 w 4279900"/>
              <a:gd name="csY24" fmla="*/ 203498 h 1992086"/>
              <a:gd name="csX25" fmla="*/ 2603500 w 4279900"/>
              <a:gd name="csY25" fmla="*/ 724198 h 1992086"/>
              <a:gd name="csX26" fmla="*/ 2679700 w 4279900"/>
              <a:gd name="csY26" fmla="*/ 178098 h 1992086"/>
              <a:gd name="csX27" fmla="*/ 2832100 w 4279900"/>
              <a:gd name="csY27" fmla="*/ 1282998 h 1992086"/>
              <a:gd name="csX28" fmla="*/ 2997200 w 4279900"/>
              <a:gd name="csY28" fmla="*/ 501843 h 1992086"/>
              <a:gd name="csX29" fmla="*/ 3149600 w 4279900"/>
              <a:gd name="csY29" fmla="*/ 1702098 h 1992086"/>
              <a:gd name="csX30" fmla="*/ 3276600 w 4279900"/>
              <a:gd name="csY30" fmla="*/ 559098 h 1992086"/>
              <a:gd name="csX31" fmla="*/ 3353955 w 4279900"/>
              <a:gd name="csY31" fmla="*/ 864956 h 1992086"/>
              <a:gd name="csX32" fmla="*/ 3429000 w 4279900"/>
              <a:gd name="csY32" fmla="*/ 584498 h 1992086"/>
              <a:gd name="csX33" fmla="*/ 3530600 w 4279900"/>
              <a:gd name="csY33" fmla="*/ 1422698 h 1992086"/>
              <a:gd name="csX34" fmla="*/ 3721100 w 4279900"/>
              <a:gd name="csY34" fmla="*/ 292398 h 1992086"/>
              <a:gd name="csX35" fmla="*/ 3924300 w 4279900"/>
              <a:gd name="csY35" fmla="*/ 1473498 h 1992086"/>
              <a:gd name="csX36" fmla="*/ 4054764 w 4279900"/>
              <a:gd name="csY36" fmla="*/ 1012915 h 1992086"/>
              <a:gd name="csX37" fmla="*/ 4178300 w 4279900"/>
              <a:gd name="csY37" fmla="*/ 1232198 h 1992086"/>
              <a:gd name="csX38" fmla="*/ 4279900 w 4279900"/>
              <a:gd name="csY38" fmla="*/ 393998 h 1992086"/>
              <a:gd name="csX0" fmla="*/ 0 w 4279900"/>
              <a:gd name="csY0" fmla="*/ 1003598 h 1975191"/>
              <a:gd name="csX1" fmla="*/ 101600 w 4279900"/>
              <a:gd name="csY1" fmla="*/ 216198 h 1975191"/>
              <a:gd name="csX2" fmla="*/ 215900 w 4279900"/>
              <a:gd name="csY2" fmla="*/ 1638598 h 1975191"/>
              <a:gd name="csX3" fmla="*/ 342900 w 4279900"/>
              <a:gd name="csY3" fmla="*/ 279698 h 1975191"/>
              <a:gd name="csX4" fmla="*/ 431800 w 4279900"/>
              <a:gd name="csY4" fmla="*/ 647998 h 1975191"/>
              <a:gd name="csX5" fmla="*/ 495300 w 4279900"/>
              <a:gd name="csY5" fmla="*/ 298 h 1975191"/>
              <a:gd name="csX6" fmla="*/ 609600 w 4279900"/>
              <a:gd name="csY6" fmla="*/ 559098 h 1975191"/>
              <a:gd name="csX7" fmla="*/ 711200 w 4279900"/>
              <a:gd name="csY7" fmla="*/ 190798 h 1975191"/>
              <a:gd name="csX8" fmla="*/ 787400 w 4279900"/>
              <a:gd name="csY8" fmla="*/ 1371898 h 1975191"/>
              <a:gd name="csX9" fmla="*/ 927100 w 4279900"/>
              <a:gd name="csY9" fmla="*/ 1058527 h 1975191"/>
              <a:gd name="csX10" fmla="*/ 1028700 w 4279900"/>
              <a:gd name="csY10" fmla="*/ 1956098 h 1975191"/>
              <a:gd name="csX11" fmla="*/ 1096818 w 4279900"/>
              <a:gd name="csY11" fmla="*/ 1692452 h 1975191"/>
              <a:gd name="csX12" fmla="*/ 1181100 w 4279900"/>
              <a:gd name="csY12" fmla="*/ 1943398 h 1975191"/>
              <a:gd name="csX13" fmla="*/ 1231900 w 4279900"/>
              <a:gd name="csY13" fmla="*/ 825798 h 1975191"/>
              <a:gd name="csX14" fmla="*/ 1356591 w 4279900"/>
              <a:gd name="csY14" fmla="*/ 1414648 h 1975191"/>
              <a:gd name="csX15" fmla="*/ 1515918 w 4279900"/>
              <a:gd name="csY15" fmla="*/ 996642 h 1975191"/>
              <a:gd name="csX16" fmla="*/ 1625600 w 4279900"/>
              <a:gd name="csY16" fmla="*/ 1676698 h 1975191"/>
              <a:gd name="csX17" fmla="*/ 1775690 w 4279900"/>
              <a:gd name="csY17" fmla="*/ 1014356 h 1975191"/>
              <a:gd name="csX18" fmla="*/ 1917700 w 4279900"/>
              <a:gd name="csY18" fmla="*/ 1816398 h 1975191"/>
              <a:gd name="csX19" fmla="*/ 1968500 w 4279900"/>
              <a:gd name="csY19" fmla="*/ 1105198 h 1975191"/>
              <a:gd name="csX20" fmla="*/ 2108200 w 4279900"/>
              <a:gd name="csY20" fmla="*/ 1956098 h 1975191"/>
              <a:gd name="csX21" fmla="*/ 2204027 w 4279900"/>
              <a:gd name="csY21" fmla="*/ 1214638 h 1975191"/>
              <a:gd name="csX22" fmla="*/ 2298700 w 4279900"/>
              <a:gd name="csY22" fmla="*/ 1598866 h 1975191"/>
              <a:gd name="csX23" fmla="*/ 2374900 w 4279900"/>
              <a:gd name="csY23" fmla="*/ 622598 h 1975191"/>
              <a:gd name="csX24" fmla="*/ 2489200 w 4279900"/>
              <a:gd name="csY24" fmla="*/ 203498 h 1975191"/>
              <a:gd name="csX25" fmla="*/ 2603500 w 4279900"/>
              <a:gd name="csY25" fmla="*/ 724198 h 1975191"/>
              <a:gd name="csX26" fmla="*/ 2679700 w 4279900"/>
              <a:gd name="csY26" fmla="*/ 178098 h 1975191"/>
              <a:gd name="csX27" fmla="*/ 2832100 w 4279900"/>
              <a:gd name="csY27" fmla="*/ 1282998 h 1975191"/>
              <a:gd name="csX28" fmla="*/ 2997200 w 4279900"/>
              <a:gd name="csY28" fmla="*/ 501843 h 1975191"/>
              <a:gd name="csX29" fmla="*/ 3149600 w 4279900"/>
              <a:gd name="csY29" fmla="*/ 1702098 h 1975191"/>
              <a:gd name="csX30" fmla="*/ 3276600 w 4279900"/>
              <a:gd name="csY30" fmla="*/ 559098 h 1975191"/>
              <a:gd name="csX31" fmla="*/ 3353955 w 4279900"/>
              <a:gd name="csY31" fmla="*/ 864956 h 1975191"/>
              <a:gd name="csX32" fmla="*/ 3429000 w 4279900"/>
              <a:gd name="csY32" fmla="*/ 584498 h 1975191"/>
              <a:gd name="csX33" fmla="*/ 3530600 w 4279900"/>
              <a:gd name="csY33" fmla="*/ 1422698 h 1975191"/>
              <a:gd name="csX34" fmla="*/ 3721100 w 4279900"/>
              <a:gd name="csY34" fmla="*/ 292398 h 1975191"/>
              <a:gd name="csX35" fmla="*/ 3924300 w 4279900"/>
              <a:gd name="csY35" fmla="*/ 1473498 h 1975191"/>
              <a:gd name="csX36" fmla="*/ 4054764 w 4279900"/>
              <a:gd name="csY36" fmla="*/ 1012915 h 1975191"/>
              <a:gd name="csX37" fmla="*/ 4178300 w 4279900"/>
              <a:gd name="csY37" fmla="*/ 1232198 h 1975191"/>
              <a:gd name="csX38" fmla="*/ 4279900 w 4279900"/>
              <a:gd name="csY38" fmla="*/ 393998 h 1975191"/>
              <a:gd name="csX0" fmla="*/ 0 w 4279900"/>
              <a:gd name="csY0" fmla="*/ 1003598 h 1975191"/>
              <a:gd name="csX1" fmla="*/ 101600 w 4279900"/>
              <a:gd name="csY1" fmla="*/ 216198 h 1975191"/>
              <a:gd name="csX2" fmla="*/ 215900 w 4279900"/>
              <a:gd name="csY2" fmla="*/ 1638598 h 1975191"/>
              <a:gd name="csX3" fmla="*/ 342900 w 4279900"/>
              <a:gd name="csY3" fmla="*/ 279698 h 1975191"/>
              <a:gd name="csX4" fmla="*/ 431800 w 4279900"/>
              <a:gd name="csY4" fmla="*/ 647998 h 1975191"/>
              <a:gd name="csX5" fmla="*/ 495300 w 4279900"/>
              <a:gd name="csY5" fmla="*/ 298 h 1975191"/>
              <a:gd name="csX6" fmla="*/ 609600 w 4279900"/>
              <a:gd name="csY6" fmla="*/ 559098 h 1975191"/>
              <a:gd name="csX7" fmla="*/ 711200 w 4279900"/>
              <a:gd name="csY7" fmla="*/ 190798 h 1975191"/>
              <a:gd name="csX8" fmla="*/ 778163 w 4279900"/>
              <a:gd name="csY8" fmla="*/ 1117706 h 1975191"/>
              <a:gd name="csX9" fmla="*/ 927100 w 4279900"/>
              <a:gd name="csY9" fmla="*/ 1058527 h 1975191"/>
              <a:gd name="csX10" fmla="*/ 1028700 w 4279900"/>
              <a:gd name="csY10" fmla="*/ 1956098 h 1975191"/>
              <a:gd name="csX11" fmla="*/ 1096818 w 4279900"/>
              <a:gd name="csY11" fmla="*/ 1692452 h 1975191"/>
              <a:gd name="csX12" fmla="*/ 1181100 w 4279900"/>
              <a:gd name="csY12" fmla="*/ 1943398 h 1975191"/>
              <a:gd name="csX13" fmla="*/ 1231900 w 4279900"/>
              <a:gd name="csY13" fmla="*/ 825798 h 1975191"/>
              <a:gd name="csX14" fmla="*/ 1356591 w 4279900"/>
              <a:gd name="csY14" fmla="*/ 1414648 h 1975191"/>
              <a:gd name="csX15" fmla="*/ 1515918 w 4279900"/>
              <a:gd name="csY15" fmla="*/ 996642 h 1975191"/>
              <a:gd name="csX16" fmla="*/ 1625600 w 4279900"/>
              <a:gd name="csY16" fmla="*/ 1676698 h 1975191"/>
              <a:gd name="csX17" fmla="*/ 1775690 w 4279900"/>
              <a:gd name="csY17" fmla="*/ 1014356 h 1975191"/>
              <a:gd name="csX18" fmla="*/ 1917700 w 4279900"/>
              <a:gd name="csY18" fmla="*/ 1816398 h 1975191"/>
              <a:gd name="csX19" fmla="*/ 1968500 w 4279900"/>
              <a:gd name="csY19" fmla="*/ 1105198 h 1975191"/>
              <a:gd name="csX20" fmla="*/ 2108200 w 4279900"/>
              <a:gd name="csY20" fmla="*/ 1956098 h 1975191"/>
              <a:gd name="csX21" fmla="*/ 2204027 w 4279900"/>
              <a:gd name="csY21" fmla="*/ 1214638 h 1975191"/>
              <a:gd name="csX22" fmla="*/ 2298700 w 4279900"/>
              <a:gd name="csY22" fmla="*/ 1598866 h 1975191"/>
              <a:gd name="csX23" fmla="*/ 2374900 w 4279900"/>
              <a:gd name="csY23" fmla="*/ 622598 h 1975191"/>
              <a:gd name="csX24" fmla="*/ 2489200 w 4279900"/>
              <a:gd name="csY24" fmla="*/ 203498 h 1975191"/>
              <a:gd name="csX25" fmla="*/ 2603500 w 4279900"/>
              <a:gd name="csY25" fmla="*/ 724198 h 1975191"/>
              <a:gd name="csX26" fmla="*/ 2679700 w 4279900"/>
              <a:gd name="csY26" fmla="*/ 178098 h 1975191"/>
              <a:gd name="csX27" fmla="*/ 2832100 w 4279900"/>
              <a:gd name="csY27" fmla="*/ 1282998 h 1975191"/>
              <a:gd name="csX28" fmla="*/ 2997200 w 4279900"/>
              <a:gd name="csY28" fmla="*/ 501843 h 1975191"/>
              <a:gd name="csX29" fmla="*/ 3149600 w 4279900"/>
              <a:gd name="csY29" fmla="*/ 1702098 h 1975191"/>
              <a:gd name="csX30" fmla="*/ 3276600 w 4279900"/>
              <a:gd name="csY30" fmla="*/ 559098 h 1975191"/>
              <a:gd name="csX31" fmla="*/ 3353955 w 4279900"/>
              <a:gd name="csY31" fmla="*/ 864956 h 1975191"/>
              <a:gd name="csX32" fmla="*/ 3429000 w 4279900"/>
              <a:gd name="csY32" fmla="*/ 584498 h 1975191"/>
              <a:gd name="csX33" fmla="*/ 3530600 w 4279900"/>
              <a:gd name="csY33" fmla="*/ 1422698 h 1975191"/>
              <a:gd name="csX34" fmla="*/ 3721100 w 4279900"/>
              <a:gd name="csY34" fmla="*/ 292398 h 1975191"/>
              <a:gd name="csX35" fmla="*/ 3924300 w 4279900"/>
              <a:gd name="csY35" fmla="*/ 1473498 h 1975191"/>
              <a:gd name="csX36" fmla="*/ 4054764 w 4279900"/>
              <a:gd name="csY36" fmla="*/ 1012915 h 1975191"/>
              <a:gd name="csX37" fmla="*/ 4178300 w 4279900"/>
              <a:gd name="csY37" fmla="*/ 1232198 h 1975191"/>
              <a:gd name="csX38" fmla="*/ 4279900 w 4279900"/>
              <a:gd name="csY38" fmla="*/ 393998 h 1975191"/>
              <a:gd name="csX0" fmla="*/ 0 w 4279900"/>
              <a:gd name="csY0" fmla="*/ 1007455 h 1979048"/>
              <a:gd name="csX1" fmla="*/ 101600 w 4279900"/>
              <a:gd name="csY1" fmla="*/ 220055 h 1979048"/>
              <a:gd name="csX2" fmla="*/ 215900 w 4279900"/>
              <a:gd name="csY2" fmla="*/ 1642455 h 1979048"/>
              <a:gd name="csX3" fmla="*/ 342900 w 4279900"/>
              <a:gd name="csY3" fmla="*/ 283555 h 1979048"/>
              <a:gd name="csX4" fmla="*/ 431800 w 4279900"/>
              <a:gd name="csY4" fmla="*/ 651855 h 1979048"/>
              <a:gd name="csX5" fmla="*/ 495300 w 4279900"/>
              <a:gd name="csY5" fmla="*/ 4155 h 1979048"/>
              <a:gd name="csX6" fmla="*/ 586509 w 4279900"/>
              <a:gd name="csY6" fmla="*/ 365827 h 1979048"/>
              <a:gd name="csX7" fmla="*/ 711200 w 4279900"/>
              <a:gd name="csY7" fmla="*/ 194655 h 1979048"/>
              <a:gd name="csX8" fmla="*/ 778163 w 4279900"/>
              <a:gd name="csY8" fmla="*/ 1121563 h 1979048"/>
              <a:gd name="csX9" fmla="*/ 927100 w 4279900"/>
              <a:gd name="csY9" fmla="*/ 1062384 h 1979048"/>
              <a:gd name="csX10" fmla="*/ 1028700 w 4279900"/>
              <a:gd name="csY10" fmla="*/ 1959955 h 1979048"/>
              <a:gd name="csX11" fmla="*/ 1096818 w 4279900"/>
              <a:gd name="csY11" fmla="*/ 1696309 h 1979048"/>
              <a:gd name="csX12" fmla="*/ 1181100 w 4279900"/>
              <a:gd name="csY12" fmla="*/ 1947255 h 1979048"/>
              <a:gd name="csX13" fmla="*/ 1231900 w 4279900"/>
              <a:gd name="csY13" fmla="*/ 829655 h 1979048"/>
              <a:gd name="csX14" fmla="*/ 1356591 w 4279900"/>
              <a:gd name="csY14" fmla="*/ 1418505 h 1979048"/>
              <a:gd name="csX15" fmla="*/ 1515918 w 4279900"/>
              <a:gd name="csY15" fmla="*/ 1000499 h 1979048"/>
              <a:gd name="csX16" fmla="*/ 1625600 w 4279900"/>
              <a:gd name="csY16" fmla="*/ 1680555 h 1979048"/>
              <a:gd name="csX17" fmla="*/ 1775690 w 4279900"/>
              <a:gd name="csY17" fmla="*/ 1018213 h 1979048"/>
              <a:gd name="csX18" fmla="*/ 1917700 w 4279900"/>
              <a:gd name="csY18" fmla="*/ 1820255 h 1979048"/>
              <a:gd name="csX19" fmla="*/ 1968500 w 4279900"/>
              <a:gd name="csY19" fmla="*/ 1109055 h 1979048"/>
              <a:gd name="csX20" fmla="*/ 2108200 w 4279900"/>
              <a:gd name="csY20" fmla="*/ 1959955 h 1979048"/>
              <a:gd name="csX21" fmla="*/ 2204027 w 4279900"/>
              <a:gd name="csY21" fmla="*/ 1218495 h 1979048"/>
              <a:gd name="csX22" fmla="*/ 2298700 w 4279900"/>
              <a:gd name="csY22" fmla="*/ 1602723 h 1979048"/>
              <a:gd name="csX23" fmla="*/ 2374900 w 4279900"/>
              <a:gd name="csY23" fmla="*/ 626455 h 1979048"/>
              <a:gd name="csX24" fmla="*/ 2489200 w 4279900"/>
              <a:gd name="csY24" fmla="*/ 207355 h 1979048"/>
              <a:gd name="csX25" fmla="*/ 2603500 w 4279900"/>
              <a:gd name="csY25" fmla="*/ 728055 h 1979048"/>
              <a:gd name="csX26" fmla="*/ 2679700 w 4279900"/>
              <a:gd name="csY26" fmla="*/ 181955 h 1979048"/>
              <a:gd name="csX27" fmla="*/ 2832100 w 4279900"/>
              <a:gd name="csY27" fmla="*/ 1286855 h 1979048"/>
              <a:gd name="csX28" fmla="*/ 2997200 w 4279900"/>
              <a:gd name="csY28" fmla="*/ 505700 h 1979048"/>
              <a:gd name="csX29" fmla="*/ 3149600 w 4279900"/>
              <a:gd name="csY29" fmla="*/ 1705955 h 1979048"/>
              <a:gd name="csX30" fmla="*/ 3276600 w 4279900"/>
              <a:gd name="csY30" fmla="*/ 562955 h 1979048"/>
              <a:gd name="csX31" fmla="*/ 3353955 w 4279900"/>
              <a:gd name="csY31" fmla="*/ 868813 h 1979048"/>
              <a:gd name="csX32" fmla="*/ 3429000 w 4279900"/>
              <a:gd name="csY32" fmla="*/ 588355 h 1979048"/>
              <a:gd name="csX33" fmla="*/ 3530600 w 4279900"/>
              <a:gd name="csY33" fmla="*/ 1426555 h 1979048"/>
              <a:gd name="csX34" fmla="*/ 3721100 w 4279900"/>
              <a:gd name="csY34" fmla="*/ 296255 h 1979048"/>
              <a:gd name="csX35" fmla="*/ 3924300 w 4279900"/>
              <a:gd name="csY35" fmla="*/ 1477355 h 1979048"/>
              <a:gd name="csX36" fmla="*/ 4054764 w 4279900"/>
              <a:gd name="csY36" fmla="*/ 1016772 h 1979048"/>
              <a:gd name="csX37" fmla="*/ 4178300 w 4279900"/>
              <a:gd name="csY37" fmla="*/ 1236055 h 1979048"/>
              <a:gd name="csX38" fmla="*/ 4279900 w 4279900"/>
              <a:gd name="csY38" fmla="*/ 397855 h 1979048"/>
              <a:gd name="csX0" fmla="*/ 0 w 4279900"/>
              <a:gd name="csY0" fmla="*/ 1003665 h 1975258"/>
              <a:gd name="csX1" fmla="*/ 101600 w 4279900"/>
              <a:gd name="csY1" fmla="*/ 216265 h 1975258"/>
              <a:gd name="csX2" fmla="*/ 215900 w 4279900"/>
              <a:gd name="csY2" fmla="*/ 1638665 h 1975258"/>
              <a:gd name="csX3" fmla="*/ 342900 w 4279900"/>
              <a:gd name="csY3" fmla="*/ 279765 h 1975258"/>
              <a:gd name="csX4" fmla="*/ 408709 w 4279900"/>
              <a:gd name="csY4" fmla="*/ 440562 h 1975258"/>
              <a:gd name="csX5" fmla="*/ 495300 w 4279900"/>
              <a:gd name="csY5" fmla="*/ 365 h 1975258"/>
              <a:gd name="csX6" fmla="*/ 586509 w 4279900"/>
              <a:gd name="csY6" fmla="*/ 362037 h 1975258"/>
              <a:gd name="csX7" fmla="*/ 711200 w 4279900"/>
              <a:gd name="csY7" fmla="*/ 190865 h 1975258"/>
              <a:gd name="csX8" fmla="*/ 778163 w 4279900"/>
              <a:gd name="csY8" fmla="*/ 1117773 h 1975258"/>
              <a:gd name="csX9" fmla="*/ 927100 w 4279900"/>
              <a:gd name="csY9" fmla="*/ 1058594 h 1975258"/>
              <a:gd name="csX10" fmla="*/ 1028700 w 4279900"/>
              <a:gd name="csY10" fmla="*/ 1956165 h 1975258"/>
              <a:gd name="csX11" fmla="*/ 1096818 w 4279900"/>
              <a:gd name="csY11" fmla="*/ 1692519 h 1975258"/>
              <a:gd name="csX12" fmla="*/ 1181100 w 4279900"/>
              <a:gd name="csY12" fmla="*/ 1943465 h 1975258"/>
              <a:gd name="csX13" fmla="*/ 1231900 w 4279900"/>
              <a:gd name="csY13" fmla="*/ 825865 h 1975258"/>
              <a:gd name="csX14" fmla="*/ 1356591 w 4279900"/>
              <a:gd name="csY14" fmla="*/ 1414715 h 1975258"/>
              <a:gd name="csX15" fmla="*/ 1515918 w 4279900"/>
              <a:gd name="csY15" fmla="*/ 996709 h 1975258"/>
              <a:gd name="csX16" fmla="*/ 1625600 w 4279900"/>
              <a:gd name="csY16" fmla="*/ 1676765 h 1975258"/>
              <a:gd name="csX17" fmla="*/ 1775690 w 4279900"/>
              <a:gd name="csY17" fmla="*/ 1014423 h 1975258"/>
              <a:gd name="csX18" fmla="*/ 1917700 w 4279900"/>
              <a:gd name="csY18" fmla="*/ 1816465 h 1975258"/>
              <a:gd name="csX19" fmla="*/ 1968500 w 4279900"/>
              <a:gd name="csY19" fmla="*/ 1105265 h 1975258"/>
              <a:gd name="csX20" fmla="*/ 2108200 w 4279900"/>
              <a:gd name="csY20" fmla="*/ 1956165 h 1975258"/>
              <a:gd name="csX21" fmla="*/ 2204027 w 4279900"/>
              <a:gd name="csY21" fmla="*/ 1214705 h 1975258"/>
              <a:gd name="csX22" fmla="*/ 2298700 w 4279900"/>
              <a:gd name="csY22" fmla="*/ 1598933 h 1975258"/>
              <a:gd name="csX23" fmla="*/ 2374900 w 4279900"/>
              <a:gd name="csY23" fmla="*/ 622665 h 1975258"/>
              <a:gd name="csX24" fmla="*/ 2489200 w 4279900"/>
              <a:gd name="csY24" fmla="*/ 203565 h 1975258"/>
              <a:gd name="csX25" fmla="*/ 2603500 w 4279900"/>
              <a:gd name="csY25" fmla="*/ 724265 h 1975258"/>
              <a:gd name="csX26" fmla="*/ 2679700 w 4279900"/>
              <a:gd name="csY26" fmla="*/ 178165 h 1975258"/>
              <a:gd name="csX27" fmla="*/ 2832100 w 4279900"/>
              <a:gd name="csY27" fmla="*/ 1283065 h 1975258"/>
              <a:gd name="csX28" fmla="*/ 2997200 w 4279900"/>
              <a:gd name="csY28" fmla="*/ 501910 h 1975258"/>
              <a:gd name="csX29" fmla="*/ 3149600 w 4279900"/>
              <a:gd name="csY29" fmla="*/ 1702165 h 1975258"/>
              <a:gd name="csX30" fmla="*/ 3276600 w 4279900"/>
              <a:gd name="csY30" fmla="*/ 559165 h 1975258"/>
              <a:gd name="csX31" fmla="*/ 3353955 w 4279900"/>
              <a:gd name="csY31" fmla="*/ 865023 h 1975258"/>
              <a:gd name="csX32" fmla="*/ 3429000 w 4279900"/>
              <a:gd name="csY32" fmla="*/ 584565 h 1975258"/>
              <a:gd name="csX33" fmla="*/ 3530600 w 4279900"/>
              <a:gd name="csY33" fmla="*/ 1422765 h 1975258"/>
              <a:gd name="csX34" fmla="*/ 3721100 w 4279900"/>
              <a:gd name="csY34" fmla="*/ 292465 h 1975258"/>
              <a:gd name="csX35" fmla="*/ 3924300 w 4279900"/>
              <a:gd name="csY35" fmla="*/ 1473565 h 1975258"/>
              <a:gd name="csX36" fmla="*/ 4054764 w 4279900"/>
              <a:gd name="csY36" fmla="*/ 1012982 h 1975258"/>
              <a:gd name="csX37" fmla="*/ 4178300 w 4279900"/>
              <a:gd name="csY37" fmla="*/ 1232265 h 1975258"/>
              <a:gd name="csX38" fmla="*/ 4279900 w 4279900"/>
              <a:gd name="csY38" fmla="*/ 394065 h 1975258"/>
              <a:gd name="csX0" fmla="*/ 0 w 4279900"/>
              <a:gd name="csY0" fmla="*/ 1003665 h 1975258"/>
              <a:gd name="csX1" fmla="*/ 101600 w 4279900"/>
              <a:gd name="csY1" fmla="*/ 216265 h 1975258"/>
              <a:gd name="csX2" fmla="*/ 220519 w 4279900"/>
              <a:gd name="csY2" fmla="*/ 1062843 h 1975258"/>
              <a:gd name="csX3" fmla="*/ 342900 w 4279900"/>
              <a:gd name="csY3" fmla="*/ 279765 h 1975258"/>
              <a:gd name="csX4" fmla="*/ 408709 w 4279900"/>
              <a:gd name="csY4" fmla="*/ 440562 h 1975258"/>
              <a:gd name="csX5" fmla="*/ 495300 w 4279900"/>
              <a:gd name="csY5" fmla="*/ 365 h 1975258"/>
              <a:gd name="csX6" fmla="*/ 586509 w 4279900"/>
              <a:gd name="csY6" fmla="*/ 362037 h 1975258"/>
              <a:gd name="csX7" fmla="*/ 711200 w 4279900"/>
              <a:gd name="csY7" fmla="*/ 190865 h 1975258"/>
              <a:gd name="csX8" fmla="*/ 778163 w 4279900"/>
              <a:gd name="csY8" fmla="*/ 1117773 h 1975258"/>
              <a:gd name="csX9" fmla="*/ 927100 w 4279900"/>
              <a:gd name="csY9" fmla="*/ 1058594 h 1975258"/>
              <a:gd name="csX10" fmla="*/ 1028700 w 4279900"/>
              <a:gd name="csY10" fmla="*/ 1956165 h 1975258"/>
              <a:gd name="csX11" fmla="*/ 1096818 w 4279900"/>
              <a:gd name="csY11" fmla="*/ 1692519 h 1975258"/>
              <a:gd name="csX12" fmla="*/ 1181100 w 4279900"/>
              <a:gd name="csY12" fmla="*/ 1943465 h 1975258"/>
              <a:gd name="csX13" fmla="*/ 1231900 w 4279900"/>
              <a:gd name="csY13" fmla="*/ 825865 h 1975258"/>
              <a:gd name="csX14" fmla="*/ 1356591 w 4279900"/>
              <a:gd name="csY14" fmla="*/ 1414715 h 1975258"/>
              <a:gd name="csX15" fmla="*/ 1515918 w 4279900"/>
              <a:gd name="csY15" fmla="*/ 996709 h 1975258"/>
              <a:gd name="csX16" fmla="*/ 1625600 w 4279900"/>
              <a:gd name="csY16" fmla="*/ 1676765 h 1975258"/>
              <a:gd name="csX17" fmla="*/ 1775690 w 4279900"/>
              <a:gd name="csY17" fmla="*/ 1014423 h 1975258"/>
              <a:gd name="csX18" fmla="*/ 1917700 w 4279900"/>
              <a:gd name="csY18" fmla="*/ 1816465 h 1975258"/>
              <a:gd name="csX19" fmla="*/ 1968500 w 4279900"/>
              <a:gd name="csY19" fmla="*/ 1105265 h 1975258"/>
              <a:gd name="csX20" fmla="*/ 2108200 w 4279900"/>
              <a:gd name="csY20" fmla="*/ 1956165 h 1975258"/>
              <a:gd name="csX21" fmla="*/ 2204027 w 4279900"/>
              <a:gd name="csY21" fmla="*/ 1214705 h 1975258"/>
              <a:gd name="csX22" fmla="*/ 2298700 w 4279900"/>
              <a:gd name="csY22" fmla="*/ 1598933 h 1975258"/>
              <a:gd name="csX23" fmla="*/ 2374900 w 4279900"/>
              <a:gd name="csY23" fmla="*/ 622665 h 1975258"/>
              <a:gd name="csX24" fmla="*/ 2489200 w 4279900"/>
              <a:gd name="csY24" fmla="*/ 203565 h 1975258"/>
              <a:gd name="csX25" fmla="*/ 2603500 w 4279900"/>
              <a:gd name="csY25" fmla="*/ 724265 h 1975258"/>
              <a:gd name="csX26" fmla="*/ 2679700 w 4279900"/>
              <a:gd name="csY26" fmla="*/ 178165 h 1975258"/>
              <a:gd name="csX27" fmla="*/ 2832100 w 4279900"/>
              <a:gd name="csY27" fmla="*/ 1283065 h 1975258"/>
              <a:gd name="csX28" fmla="*/ 2997200 w 4279900"/>
              <a:gd name="csY28" fmla="*/ 501910 h 1975258"/>
              <a:gd name="csX29" fmla="*/ 3149600 w 4279900"/>
              <a:gd name="csY29" fmla="*/ 1702165 h 1975258"/>
              <a:gd name="csX30" fmla="*/ 3276600 w 4279900"/>
              <a:gd name="csY30" fmla="*/ 559165 h 1975258"/>
              <a:gd name="csX31" fmla="*/ 3353955 w 4279900"/>
              <a:gd name="csY31" fmla="*/ 865023 h 1975258"/>
              <a:gd name="csX32" fmla="*/ 3429000 w 4279900"/>
              <a:gd name="csY32" fmla="*/ 584565 h 1975258"/>
              <a:gd name="csX33" fmla="*/ 3530600 w 4279900"/>
              <a:gd name="csY33" fmla="*/ 1422765 h 1975258"/>
              <a:gd name="csX34" fmla="*/ 3721100 w 4279900"/>
              <a:gd name="csY34" fmla="*/ 292465 h 1975258"/>
              <a:gd name="csX35" fmla="*/ 3924300 w 4279900"/>
              <a:gd name="csY35" fmla="*/ 1473565 h 1975258"/>
              <a:gd name="csX36" fmla="*/ 4054764 w 4279900"/>
              <a:gd name="csY36" fmla="*/ 1012982 h 1975258"/>
              <a:gd name="csX37" fmla="*/ 4178300 w 4279900"/>
              <a:gd name="csY37" fmla="*/ 1232265 h 1975258"/>
              <a:gd name="csX38" fmla="*/ 4279900 w 4279900"/>
              <a:gd name="csY38" fmla="*/ 394065 h 1975258"/>
              <a:gd name="csX0" fmla="*/ 0 w 4279900"/>
              <a:gd name="csY0" fmla="*/ 1003665 h 1975258"/>
              <a:gd name="csX1" fmla="*/ 101600 w 4279900"/>
              <a:gd name="csY1" fmla="*/ 589771 h 1975258"/>
              <a:gd name="csX2" fmla="*/ 220519 w 4279900"/>
              <a:gd name="csY2" fmla="*/ 1062843 h 1975258"/>
              <a:gd name="csX3" fmla="*/ 342900 w 4279900"/>
              <a:gd name="csY3" fmla="*/ 279765 h 1975258"/>
              <a:gd name="csX4" fmla="*/ 408709 w 4279900"/>
              <a:gd name="csY4" fmla="*/ 440562 h 1975258"/>
              <a:gd name="csX5" fmla="*/ 495300 w 4279900"/>
              <a:gd name="csY5" fmla="*/ 365 h 1975258"/>
              <a:gd name="csX6" fmla="*/ 586509 w 4279900"/>
              <a:gd name="csY6" fmla="*/ 362037 h 1975258"/>
              <a:gd name="csX7" fmla="*/ 711200 w 4279900"/>
              <a:gd name="csY7" fmla="*/ 190865 h 1975258"/>
              <a:gd name="csX8" fmla="*/ 778163 w 4279900"/>
              <a:gd name="csY8" fmla="*/ 1117773 h 1975258"/>
              <a:gd name="csX9" fmla="*/ 927100 w 4279900"/>
              <a:gd name="csY9" fmla="*/ 1058594 h 1975258"/>
              <a:gd name="csX10" fmla="*/ 1028700 w 4279900"/>
              <a:gd name="csY10" fmla="*/ 1956165 h 1975258"/>
              <a:gd name="csX11" fmla="*/ 1096818 w 4279900"/>
              <a:gd name="csY11" fmla="*/ 1692519 h 1975258"/>
              <a:gd name="csX12" fmla="*/ 1181100 w 4279900"/>
              <a:gd name="csY12" fmla="*/ 1943465 h 1975258"/>
              <a:gd name="csX13" fmla="*/ 1231900 w 4279900"/>
              <a:gd name="csY13" fmla="*/ 825865 h 1975258"/>
              <a:gd name="csX14" fmla="*/ 1356591 w 4279900"/>
              <a:gd name="csY14" fmla="*/ 1414715 h 1975258"/>
              <a:gd name="csX15" fmla="*/ 1515918 w 4279900"/>
              <a:gd name="csY15" fmla="*/ 996709 h 1975258"/>
              <a:gd name="csX16" fmla="*/ 1625600 w 4279900"/>
              <a:gd name="csY16" fmla="*/ 1676765 h 1975258"/>
              <a:gd name="csX17" fmla="*/ 1775690 w 4279900"/>
              <a:gd name="csY17" fmla="*/ 1014423 h 1975258"/>
              <a:gd name="csX18" fmla="*/ 1917700 w 4279900"/>
              <a:gd name="csY18" fmla="*/ 1816465 h 1975258"/>
              <a:gd name="csX19" fmla="*/ 1968500 w 4279900"/>
              <a:gd name="csY19" fmla="*/ 1105265 h 1975258"/>
              <a:gd name="csX20" fmla="*/ 2108200 w 4279900"/>
              <a:gd name="csY20" fmla="*/ 1956165 h 1975258"/>
              <a:gd name="csX21" fmla="*/ 2204027 w 4279900"/>
              <a:gd name="csY21" fmla="*/ 1214705 h 1975258"/>
              <a:gd name="csX22" fmla="*/ 2298700 w 4279900"/>
              <a:gd name="csY22" fmla="*/ 1598933 h 1975258"/>
              <a:gd name="csX23" fmla="*/ 2374900 w 4279900"/>
              <a:gd name="csY23" fmla="*/ 622665 h 1975258"/>
              <a:gd name="csX24" fmla="*/ 2489200 w 4279900"/>
              <a:gd name="csY24" fmla="*/ 203565 h 1975258"/>
              <a:gd name="csX25" fmla="*/ 2603500 w 4279900"/>
              <a:gd name="csY25" fmla="*/ 724265 h 1975258"/>
              <a:gd name="csX26" fmla="*/ 2679700 w 4279900"/>
              <a:gd name="csY26" fmla="*/ 178165 h 1975258"/>
              <a:gd name="csX27" fmla="*/ 2832100 w 4279900"/>
              <a:gd name="csY27" fmla="*/ 1283065 h 1975258"/>
              <a:gd name="csX28" fmla="*/ 2997200 w 4279900"/>
              <a:gd name="csY28" fmla="*/ 501910 h 1975258"/>
              <a:gd name="csX29" fmla="*/ 3149600 w 4279900"/>
              <a:gd name="csY29" fmla="*/ 1702165 h 1975258"/>
              <a:gd name="csX30" fmla="*/ 3276600 w 4279900"/>
              <a:gd name="csY30" fmla="*/ 559165 h 1975258"/>
              <a:gd name="csX31" fmla="*/ 3353955 w 4279900"/>
              <a:gd name="csY31" fmla="*/ 865023 h 1975258"/>
              <a:gd name="csX32" fmla="*/ 3429000 w 4279900"/>
              <a:gd name="csY32" fmla="*/ 584565 h 1975258"/>
              <a:gd name="csX33" fmla="*/ 3530600 w 4279900"/>
              <a:gd name="csY33" fmla="*/ 1422765 h 1975258"/>
              <a:gd name="csX34" fmla="*/ 3721100 w 4279900"/>
              <a:gd name="csY34" fmla="*/ 292465 h 1975258"/>
              <a:gd name="csX35" fmla="*/ 3924300 w 4279900"/>
              <a:gd name="csY35" fmla="*/ 1473565 h 1975258"/>
              <a:gd name="csX36" fmla="*/ 4054764 w 4279900"/>
              <a:gd name="csY36" fmla="*/ 1012982 h 1975258"/>
              <a:gd name="csX37" fmla="*/ 4178300 w 4279900"/>
              <a:gd name="csY37" fmla="*/ 1232265 h 1975258"/>
              <a:gd name="csX38" fmla="*/ 4279900 w 4279900"/>
              <a:gd name="csY38" fmla="*/ 394065 h 1975258"/>
              <a:gd name="csX0" fmla="*/ 0 w 4279900"/>
              <a:gd name="csY0" fmla="*/ 1003685 h 1975278"/>
              <a:gd name="csX1" fmla="*/ 101600 w 4279900"/>
              <a:gd name="csY1" fmla="*/ 589791 h 1975278"/>
              <a:gd name="csX2" fmla="*/ 220519 w 4279900"/>
              <a:gd name="csY2" fmla="*/ 1062863 h 1975278"/>
              <a:gd name="csX3" fmla="*/ 342900 w 4279900"/>
              <a:gd name="csY3" fmla="*/ 279785 h 1975278"/>
              <a:gd name="csX4" fmla="*/ 408709 w 4279900"/>
              <a:gd name="csY4" fmla="*/ 440582 h 1975278"/>
              <a:gd name="csX5" fmla="*/ 495300 w 4279900"/>
              <a:gd name="csY5" fmla="*/ 385 h 1975278"/>
              <a:gd name="csX6" fmla="*/ 586509 w 4279900"/>
              <a:gd name="csY6" fmla="*/ 362057 h 1975278"/>
              <a:gd name="csX7" fmla="*/ 711200 w 4279900"/>
              <a:gd name="csY7" fmla="*/ 305012 h 1975278"/>
              <a:gd name="csX8" fmla="*/ 778163 w 4279900"/>
              <a:gd name="csY8" fmla="*/ 1117793 h 1975278"/>
              <a:gd name="csX9" fmla="*/ 927100 w 4279900"/>
              <a:gd name="csY9" fmla="*/ 1058614 h 1975278"/>
              <a:gd name="csX10" fmla="*/ 1028700 w 4279900"/>
              <a:gd name="csY10" fmla="*/ 1956185 h 1975278"/>
              <a:gd name="csX11" fmla="*/ 1096818 w 4279900"/>
              <a:gd name="csY11" fmla="*/ 1692539 h 1975278"/>
              <a:gd name="csX12" fmla="*/ 1181100 w 4279900"/>
              <a:gd name="csY12" fmla="*/ 1943485 h 1975278"/>
              <a:gd name="csX13" fmla="*/ 1231900 w 4279900"/>
              <a:gd name="csY13" fmla="*/ 825885 h 1975278"/>
              <a:gd name="csX14" fmla="*/ 1356591 w 4279900"/>
              <a:gd name="csY14" fmla="*/ 1414735 h 1975278"/>
              <a:gd name="csX15" fmla="*/ 1515918 w 4279900"/>
              <a:gd name="csY15" fmla="*/ 996729 h 1975278"/>
              <a:gd name="csX16" fmla="*/ 1625600 w 4279900"/>
              <a:gd name="csY16" fmla="*/ 1676785 h 1975278"/>
              <a:gd name="csX17" fmla="*/ 1775690 w 4279900"/>
              <a:gd name="csY17" fmla="*/ 1014443 h 1975278"/>
              <a:gd name="csX18" fmla="*/ 1917700 w 4279900"/>
              <a:gd name="csY18" fmla="*/ 1816485 h 1975278"/>
              <a:gd name="csX19" fmla="*/ 1968500 w 4279900"/>
              <a:gd name="csY19" fmla="*/ 1105285 h 1975278"/>
              <a:gd name="csX20" fmla="*/ 2108200 w 4279900"/>
              <a:gd name="csY20" fmla="*/ 1956185 h 1975278"/>
              <a:gd name="csX21" fmla="*/ 2204027 w 4279900"/>
              <a:gd name="csY21" fmla="*/ 1214725 h 1975278"/>
              <a:gd name="csX22" fmla="*/ 2298700 w 4279900"/>
              <a:gd name="csY22" fmla="*/ 1598953 h 1975278"/>
              <a:gd name="csX23" fmla="*/ 2374900 w 4279900"/>
              <a:gd name="csY23" fmla="*/ 622685 h 1975278"/>
              <a:gd name="csX24" fmla="*/ 2489200 w 4279900"/>
              <a:gd name="csY24" fmla="*/ 203585 h 1975278"/>
              <a:gd name="csX25" fmla="*/ 2603500 w 4279900"/>
              <a:gd name="csY25" fmla="*/ 724285 h 1975278"/>
              <a:gd name="csX26" fmla="*/ 2679700 w 4279900"/>
              <a:gd name="csY26" fmla="*/ 178185 h 1975278"/>
              <a:gd name="csX27" fmla="*/ 2832100 w 4279900"/>
              <a:gd name="csY27" fmla="*/ 1283085 h 1975278"/>
              <a:gd name="csX28" fmla="*/ 2997200 w 4279900"/>
              <a:gd name="csY28" fmla="*/ 501930 h 1975278"/>
              <a:gd name="csX29" fmla="*/ 3149600 w 4279900"/>
              <a:gd name="csY29" fmla="*/ 1702185 h 1975278"/>
              <a:gd name="csX30" fmla="*/ 3276600 w 4279900"/>
              <a:gd name="csY30" fmla="*/ 559185 h 1975278"/>
              <a:gd name="csX31" fmla="*/ 3353955 w 4279900"/>
              <a:gd name="csY31" fmla="*/ 865043 h 1975278"/>
              <a:gd name="csX32" fmla="*/ 3429000 w 4279900"/>
              <a:gd name="csY32" fmla="*/ 584585 h 1975278"/>
              <a:gd name="csX33" fmla="*/ 3530600 w 4279900"/>
              <a:gd name="csY33" fmla="*/ 1422785 h 1975278"/>
              <a:gd name="csX34" fmla="*/ 3721100 w 4279900"/>
              <a:gd name="csY34" fmla="*/ 292485 h 1975278"/>
              <a:gd name="csX35" fmla="*/ 3924300 w 4279900"/>
              <a:gd name="csY35" fmla="*/ 1473585 h 1975278"/>
              <a:gd name="csX36" fmla="*/ 4054764 w 4279900"/>
              <a:gd name="csY36" fmla="*/ 1013002 h 1975278"/>
              <a:gd name="csX37" fmla="*/ 4178300 w 4279900"/>
              <a:gd name="csY37" fmla="*/ 1232285 h 1975278"/>
              <a:gd name="csX38" fmla="*/ 4279900 w 4279900"/>
              <a:gd name="csY38" fmla="*/ 394085 h 1975278"/>
              <a:gd name="csX0" fmla="*/ 0 w 4279900"/>
              <a:gd name="csY0" fmla="*/ 1003685 h 1975278"/>
              <a:gd name="csX1" fmla="*/ 101600 w 4279900"/>
              <a:gd name="csY1" fmla="*/ 589791 h 1975278"/>
              <a:gd name="csX2" fmla="*/ 220519 w 4279900"/>
              <a:gd name="csY2" fmla="*/ 1062863 h 1975278"/>
              <a:gd name="csX3" fmla="*/ 342900 w 4279900"/>
              <a:gd name="csY3" fmla="*/ 279785 h 1975278"/>
              <a:gd name="csX4" fmla="*/ 408709 w 4279900"/>
              <a:gd name="csY4" fmla="*/ 440582 h 1975278"/>
              <a:gd name="csX5" fmla="*/ 495300 w 4279900"/>
              <a:gd name="csY5" fmla="*/ 385 h 1975278"/>
              <a:gd name="csX6" fmla="*/ 586509 w 4279900"/>
              <a:gd name="csY6" fmla="*/ 362057 h 1975278"/>
              <a:gd name="csX7" fmla="*/ 711200 w 4279900"/>
              <a:gd name="csY7" fmla="*/ 305012 h 1975278"/>
              <a:gd name="csX8" fmla="*/ 778163 w 4279900"/>
              <a:gd name="csY8" fmla="*/ 1117793 h 1975278"/>
              <a:gd name="csX9" fmla="*/ 927100 w 4279900"/>
              <a:gd name="csY9" fmla="*/ 1058614 h 1975278"/>
              <a:gd name="csX10" fmla="*/ 1028700 w 4279900"/>
              <a:gd name="csY10" fmla="*/ 1956185 h 1975278"/>
              <a:gd name="csX11" fmla="*/ 1096818 w 4279900"/>
              <a:gd name="csY11" fmla="*/ 1692539 h 1975278"/>
              <a:gd name="csX12" fmla="*/ 1181100 w 4279900"/>
              <a:gd name="csY12" fmla="*/ 1943485 h 1975278"/>
              <a:gd name="csX13" fmla="*/ 1264227 w 4279900"/>
              <a:gd name="csY13" fmla="*/ 1080077 h 1975278"/>
              <a:gd name="csX14" fmla="*/ 1356591 w 4279900"/>
              <a:gd name="csY14" fmla="*/ 1414735 h 1975278"/>
              <a:gd name="csX15" fmla="*/ 1515918 w 4279900"/>
              <a:gd name="csY15" fmla="*/ 996729 h 1975278"/>
              <a:gd name="csX16" fmla="*/ 1625600 w 4279900"/>
              <a:gd name="csY16" fmla="*/ 1676785 h 1975278"/>
              <a:gd name="csX17" fmla="*/ 1775690 w 4279900"/>
              <a:gd name="csY17" fmla="*/ 1014443 h 1975278"/>
              <a:gd name="csX18" fmla="*/ 1917700 w 4279900"/>
              <a:gd name="csY18" fmla="*/ 1816485 h 1975278"/>
              <a:gd name="csX19" fmla="*/ 1968500 w 4279900"/>
              <a:gd name="csY19" fmla="*/ 1105285 h 1975278"/>
              <a:gd name="csX20" fmla="*/ 2108200 w 4279900"/>
              <a:gd name="csY20" fmla="*/ 1956185 h 1975278"/>
              <a:gd name="csX21" fmla="*/ 2204027 w 4279900"/>
              <a:gd name="csY21" fmla="*/ 1214725 h 1975278"/>
              <a:gd name="csX22" fmla="*/ 2298700 w 4279900"/>
              <a:gd name="csY22" fmla="*/ 1598953 h 1975278"/>
              <a:gd name="csX23" fmla="*/ 2374900 w 4279900"/>
              <a:gd name="csY23" fmla="*/ 622685 h 1975278"/>
              <a:gd name="csX24" fmla="*/ 2489200 w 4279900"/>
              <a:gd name="csY24" fmla="*/ 203585 h 1975278"/>
              <a:gd name="csX25" fmla="*/ 2603500 w 4279900"/>
              <a:gd name="csY25" fmla="*/ 724285 h 1975278"/>
              <a:gd name="csX26" fmla="*/ 2679700 w 4279900"/>
              <a:gd name="csY26" fmla="*/ 178185 h 1975278"/>
              <a:gd name="csX27" fmla="*/ 2832100 w 4279900"/>
              <a:gd name="csY27" fmla="*/ 1283085 h 1975278"/>
              <a:gd name="csX28" fmla="*/ 2997200 w 4279900"/>
              <a:gd name="csY28" fmla="*/ 501930 h 1975278"/>
              <a:gd name="csX29" fmla="*/ 3149600 w 4279900"/>
              <a:gd name="csY29" fmla="*/ 1702185 h 1975278"/>
              <a:gd name="csX30" fmla="*/ 3276600 w 4279900"/>
              <a:gd name="csY30" fmla="*/ 559185 h 1975278"/>
              <a:gd name="csX31" fmla="*/ 3353955 w 4279900"/>
              <a:gd name="csY31" fmla="*/ 865043 h 1975278"/>
              <a:gd name="csX32" fmla="*/ 3429000 w 4279900"/>
              <a:gd name="csY32" fmla="*/ 584585 h 1975278"/>
              <a:gd name="csX33" fmla="*/ 3530600 w 4279900"/>
              <a:gd name="csY33" fmla="*/ 1422785 h 1975278"/>
              <a:gd name="csX34" fmla="*/ 3721100 w 4279900"/>
              <a:gd name="csY34" fmla="*/ 292485 h 1975278"/>
              <a:gd name="csX35" fmla="*/ 3924300 w 4279900"/>
              <a:gd name="csY35" fmla="*/ 1473585 h 1975278"/>
              <a:gd name="csX36" fmla="*/ 4054764 w 4279900"/>
              <a:gd name="csY36" fmla="*/ 1013002 h 1975278"/>
              <a:gd name="csX37" fmla="*/ 4178300 w 4279900"/>
              <a:gd name="csY37" fmla="*/ 1232285 h 1975278"/>
              <a:gd name="csX38" fmla="*/ 4279900 w 4279900"/>
              <a:gd name="csY38" fmla="*/ 394085 h 1975278"/>
              <a:gd name="csX0" fmla="*/ 0 w 4279900"/>
              <a:gd name="csY0" fmla="*/ 1003685 h 1975278"/>
              <a:gd name="csX1" fmla="*/ 101600 w 4279900"/>
              <a:gd name="csY1" fmla="*/ 589791 h 1975278"/>
              <a:gd name="csX2" fmla="*/ 220519 w 4279900"/>
              <a:gd name="csY2" fmla="*/ 1062863 h 1975278"/>
              <a:gd name="csX3" fmla="*/ 342900 w 4279900"/>
              <a:gd name="csY3" fmla="*/ 279785 h 1975278"/>
              <a:gd name="csX4" fmla="*/ 408709 w 4279900"/>
              <a:gd name="csY4" fmla="*/ 440582 h 1975278"/>
              <a:gd name="csX5" fmla="*/ 495300 w 4279900"/>
              <a:gd name="csY5" fmla="*/ 385 h 1975278"/>
              <a:gd name="csX6" fmla="*/ 586509 w 4279900"/>
              <a:gd name="csY6" fmla="*/ 362057 h 1975278"/>
              <a:gd name="csX7" fmla="*/ 711200 w 4279900"/>
              <a:gd name="csY7" fmla="*/ 305012 h 1975278"/>
              <a:gd name="csX8" fmla="*/ 778163 w 4279900"/>
              <a:gd name="csY8" fmla="*/ 1117793 h 1975278"/>
              <a:gd name="csX9" fmla="*/ 927100 w 4279900"/>
              <a:gd name="csY9" fmla="*/ 1058614 h 1975278"/>
              <a:gd name="csX10" fmla="*/ 1028700 w 4279900"/>
              <a:gd name="csY10" fmla="*/ 1956185 h 1975278"/>
              <a:gd name="csX11" fmla="*/ 1096818 w 4279900"/>
              <a:gd name="csY11" fmla="*/ 1692539 h 1975278"/>
              <a:gd name="csX12" fmla="*/ 1181100 w 4279900"/>
              <a:gd name="csY12" fmla="*/ 1943485 h 1975278"/>
              <a:gd name="csX13" fmla="*/ 1264227 w 4279900"/>
              <a:gd name="csY13" fmla="*/ 1080077 h 1975278"/>
              <a:gd name="csX14" fmla="*/ 1402773 w 4279900"/>
              <a:gd name="csY14" fmla="*/ 1404361 h 1975278"/>
              <a:gd name="csX15" fmla="*/ 1515918 w 4279900"/>
              <a:gd name="csY15" fmla="*/ 996729 h 1975278"/>
              <a:gd name="csX16" fmla="*/ 1625600 w 4279900"/>
              <a:gd name="csY16" fmla="*/ 1676785 h 1975278"/>
              <a:gd name="csX17" fmla="*/ 1775690 w 4279900"/>
              <a:gd name="csY17" fmla="*/ 1014443 h 1975278"/>
              <a:gd name="csX18" fmla="*/ 1917700 w 4279900"/>
              <a:gd name="csY18" fmla="*/ 1816485 h 1975278"/>
              <a:gd name="csX19" fmla="*/ 1968500 w 4279900"/>
              <a:gd name="csY19" fmla="*/ 1105285 h 1975278"/>
              <a:gd name="csX20" fmla="*/ 2108200 w 4279900"/>
              <a:gd name="csY20" fmla="*/ 1956185 h 1975278"/>
              <a:gd name="csX21" fmla="*/ 2204027 w 4279900"/>
              <a:gd name="csY21" fmla="*/ 1214725 h 1975278"/>
              <a:gd name="csX22" fmla="*/ 2298700 w 4279900"/>
              <a:gd name="csY22" fmla="*/ 1598953 h 1975278"/>
              <a:gd name="csX23" fmla="*/ 2374900 w 4279900"/>
              <a:gd name="csY23" fmla="*/ 622685 h 1975278"/>
              <a:gd name="csX24" fmla="*/ 2489200 w 4279900"/>
              <a:gd name="csY24" fmla="*/ 203585 h 1975278"/>
              <a:gd name="csX25" fmla="*/ 2603500 w 4279900"/>
              <a:gd name="csY25" fmla="*/ 724285 h 1975278"/>
              <a:gd name="csX26" fmla="*/ 2679700 w 4279900"/>
              <a:gd name="csY26" fmla="*/ 178185 h 1975278"/>
              <a:gd name="csX27" fmla="*/ 2832100 w 4279900"/>
              <a:gd name="csY27" fmla="*/ 1283085 h 1975278"/>
              <a:gd name="csX28" fmla="*/ 2997200 w 4279900"/>
              <a:gd name="csY28" fmla="*/ 501930 h 1975278"/>
              <a:gd name="csX29" fmla="*/ 3149600 w 4279900"/>
              <a:gd name="csY29" fmla="*/ 1702185 h 1975278"/>
              <a:gd name="csX30" fmla="*/ 3276600 w 4279900"/>
              <a:gd name="csY30" fmla="*/ 559185 h 1975278"/>
              <a:gd name="csX31" fmla="*/ 3353955 w 4279900"/>
              <a:gd name="csY31" fmla="*/ 865043 h 1975278"/>
              <a:gd name="csX32" fmla="*/ 3429000 w 4279900"/>
              <a:gd name="csY32" fmla="*/ 584585 h 1975278"/>
              <a:gd name="csX33" fmla="*/ 3530600 w 4279900"/>
              <a:gd name="csY33" fmla="*/ 1422785 h 1975278"/>
              <a:gd name="csX34" fmla="*/ 3721100 w 4279900"/>
              <a:gd name="csY34" fmla="*/ 292485 h 1975278"/>
              <a:gd name="csX35" fmla="*/ 3924300 w 4279900"/>
              <a:gd name="csY35" fmla="*/ 1473585 h 1975278"/>
              <a:gd name="csX36" fmla="*/ 4054764 w 4279900"/>
              <a:gd name="csY36" fmla="*/ 1013002 h 1975278"/>
              <a:gd name="csX37" fmla="*/ 4178300 w 4279900"/>
              <a:gd name="csY37" fmla="*/ 1232285 h 1975278"/>
              <a:gd name="csX38" fmla="*/ 4279900 w 4279900"/>
              <a:gd name="csY38" fmla="*/ 394085 h 1975278"/>
              <a:gd name="csX0" fmla="*/ 0 w 4279900"/>
              <a:gd name="csY0" fmla="*/ 1003685 h 1975278"/>
              <a:gd name="csX1" fmla="*/ 101600 w 4279900"/>
              <a:gd name="csY1" fmla="*/ 589791 h 1975278"/>
              <a:gd name="csX2" fmla="*/ 220519 w 4279900"/>
              <a:gd name="csY2" fmla="*/ 1062863 h 1975278"/>
              <a:gd name="csX3" fmla="*/ 342900 w 4279900"/>
              <a:gd name="csY3" fmla="*/ 279785 h 1975278"/>
              <a:gd name="csX4" fmla="*/ 408709 w 4279900"/>
              <a:gd name="csY4" fmla="*/ 440582 h 1975278"/>
              <a:gd name="csX5" fmla="*/ 495300 w 4279900"/>
              <a:gd name="csY5" fmla="*/ 385 h 1975278"/>
              <a:gd name="csX6" fmla="*/ 586509 w 4279900"/>
              <a:gd name="csY6" fmla="*/ 362057 h 1975278"/>
              <a:gd name="csX7" fmla="*/ 711200 w 4279900"/>
              <a:gd name="csY7" fmla="*/ 305012 h 1975278"/>
              <a:gd name="csX8" fmla="*/ 778163 w 4279900"/>
              <a:gd name="csY8" fmla="*/ 1117793 h 1975278"/>
              <a:gd name="csX9" fmla="*/ 927100 w 4279900"/>
              <a:gd name="csY9" fmla="*/ 1058614 h 1975278"/>
              <a:gd name="csX10" fmla="*/ 1028700 w 4279900"/>
              <a:gd name="csY10" fmla="*/ 1956185 h 1975278"/>
              <a:gd name="csX11" fmla="*/ 1096818 w 4279900"/>
              <a:gd name="csY11" fmla="*/ 1692539 h 1975278"/>
              <a:gd name="csX12" fmla="*/ 1181100 w 4279900"/>
              <a:gd name="csY12" fmla="*/ 1943485 h 1975278"/>
              <a:gd name="csX13" fmla="*/ 1264227 w 4279900"/>
              <a:gd name="csY13" fmla="*/ 1080077 h 1975278"/>
              <a:gd name="csX14" fmla="*/ 1402773 w 4279900"/>
              <a:gd name="csY14" fmla="*/ 1404361 h 1975278"/>
              <a:gd name="csX15" fmla="*/ 1515918 w 4279900"/>
              <a:gd name="csY15" fmla="*/ 996729 h 1975278"/>
              <a:gd name="csX16" fmla="*/ 1625600 w 4279900"/>
              <a:gd name="csY16" fmla="*/ 1676785 h 1975278"/>
              <a:gd name="csX17" fmla="*/ 1775690 w 4279900"/>
              <a:gd name="csY17" fmla="*/ 1014443 h 1975278"/>
              <a:gd name="csX18" fmla="*/ 1917700 w 4279900"/>
              <a:gd name="csY18" fmla="*/ 1816485 h 1975278"/>
              <a:gd name="csX19" fmla="*/ 1968500 w 4279900"/>
              <a:gd name="csY19" fmla="*/ 1105285 h 1975278"/>
              <a:gd name="csX20" fmla="*/ 2108200 w 4279900"/>
              <a:gd name="csY20" fmla="*/ 1956185 h 1975278"/>
              <a:gd name="csX21" fmla="*/ 2204027 w 4279900"/>
              <a:gd name="csY21" fmla="*/ 1214725 h 1975278"/>
              <a:gd name="csX22" fmla="*/ 2298700 w 4279900"/>
              <a:gd name="csY22" fmla="*/ 1598953 h 1975278"/>
              <a:gd name="csX23" fmla="*/ 2374900 w 4279900"/>
              <a:gd name="csY23" fmla="*/ 622685 h 1975278"/>
              <a:gd name="csX24" fmla="*/ 2489200 w 4279900"/>
              <a:gd name="csY24" fmla="*/ 203585 h 1975278"/>
              <a:gd name="csX25" fmla="*/ 2575791 w 4279900"/>
              <a:gd name="csY25" fmla="*/ 459719 h 1975278"/>
              <a:gd name="csX26" fmla="*/ 2679700 w 4279900"/>
              <a:gd name="csY26" fmla="*/ 178185 h 1975278"/>
              <a:gd name="csX27" fmla="*/ 2832100 w 4279900"/>
              <a:gd name="csY27" fmla="*/ 1283085 h 1975278"/>
              <a:gd name="csX28" fmla="*/ 2997200 w 4279900"/>
              <a:gd name="csY28" fmla="*/ 501930 h 1975278"/>
              <a:gd name="csX29" fmla="*/ 3149600 w 4279900"/>
              <a:gd name="csY29" fmla="*/ 1702185 h 1975278"/>
              <a:gd name="csX30" fmla="*/ 3276600 w 4279900"/>
              <a:gd name="csY30" fmla="*/ 559185 h 1975278"/>
              <a:gd name="csX31" fmla="*/ 3353955 w 4279900"/>
              <a:gd name="csY31" fmla="*/ 865043 h 1975278"/>
              <a:gd name="csX32" fmla="*/ 3429000 w 4279900"/>
              <a:gd name="csY32" fmla="*/ 584585 h 1975278"/>
              <a:gd name="csX33" fmla="*/ 3530600 w 4279900"/>
              <a:gd name="csY33" fmla="*/ 1422785 h 1975278"/>
              <a:gd name="csX34" fmla="*/ 3721100 w 4279900"/>
              <a:gd name="csY34" fmla="*/ 292485 h 1975278"/>
              <a:gd name="csX35" fmla="*/ 3924300 w 4279900"/>
              <a:gd name="csY35" fmla="*/ 1473585 h 1975278"/>
              <a:gd name="csX36" fmla="*/ 4054764 w 4279900"/>
              <a:gd name="csY36" fmla="*/ 1013002 h 1975278"/>
              <a:gd name="csX37" fmla="*/ 4178300 w 4279900"/>
              <a:gd name="csY37" fmla="*/ 1232285 h 1975278"/>
              <a:gd name="csX38" fmla="*/ 4279900 w 4279900"/>
              <a:gd name="csY38" fmla="*/ 394085 h 1975278"/>
              <a:gd name="csX0" fmla="*/ 0 w 4279900"/>
              <a:gd name="csY0" fmla="*/ 1003685 h 1975278"/>
              <a:gd name="csX1" fmla="*/ 101600 w 4279900"/>
              <a:gd name="csY1" fmla="*/ 589791 h 1975278"/>
              <a:gd name="csX2" fmla="*/ 220519 w 4279900"/>
              <a:gd name="csY2" fmla="*/ 1062863 h 1975278"/>
              <a:gd name="csX3" fmla="*/ 342900 w 4279900"/>
              <a:gd name="csY3" fmla="*/ 279785 h 1975278"/>
              <a:gd name="csX4" fmla="*/ 408709 w 4279900"/>
              <a:gd name="csY4" fmla="*/ 440582 h 1975278"/>
              <a:gd name="csX5" fmla="*/ 495300 w 4279900"/>
              <a:gd name="csY5" fmla="*/ 385 h 1975278"/>
              <a:gd name="csX6" fmla="*/ 586509 w 4279900"/>
              <a:gd name="csY6" fmla="*/ 362057 h 1975278"/>
              <a:gd name="csX7" fmla="*/ 711200 w 4279900"/>
              <a:gd name="csY7" fmla="*/ 305012 h 1975278"/>
              <a:gd name="csX8" fmla="*/ 778163 w 4279900"/>
              <a:gd name="csY8" fmla="*/ 1117793 h 1975278"/>
              <a:gd name="csX9" fmla="*/ 927100 w 4279900"/>
              <a:gd name="csY9" fmla="*/ 1058614 h 1975278"/>
              <a:gd name="csX10" fmla="*/ 1028700 w 4279900"/>
              <a:gd name="csY10" fmla="*/ 1956185 h 1975278"/>
              <a:gd name="csX11" fmla="*/ 1096818 w 4279900"/>
              <a:gd name="csY11" fmla="*/ 1692539 h 1975278"/>
              <a:gd name="csX12" fmla="*/ 1181100 w 4279900"/>
              <a:gd name="csY12" fmla="*/ 1943485 h 1975278"/>
              <a:gd name="csX13" fmla="*/ 1264227 w 4279900"/>
              <a:gd name="csY13" fmla="*/ 1080077 h 1975278"/>
              <a:gd name="csX14" fmla="*/ 1402773 w 4279900"/>
              <a:gd name="csY14" fmla="*/ 1404361 h 1975278"/>
              <a:gd name="csX15" fmla="*/ 1515918 w 4279900"/>
              <a:gd name="csY15" fmla="*/ 996729 h 1975278"/>
              <a:gd name="csX16" fmla="*/ 1625600 w 4279900"/>
              <a:gd name="csY16" fmla="*/ 1676785 h 1975278"/>
              <a:gd name="csX17" fmla="*/ 1775690 w 4279900"/>
              <a:gd name="csY17" fmla="*/ 1014443 h 1975278"/>
              <a:gd name="csX18" fmla="*/ 1917700 w 4279900"/>
              <a:gd name="csY18" fmla="*/ 1816485 h 1975278"/>
              <a:gd name="csX19" fmla="*/ 1968500 w 4279900"/>
              <a:gd name="csY19" fmla="*/ 1105285 h 1975278"/>
              <a:gd name="csX20" fmla="*/ 2108200 w 4279900"/>
              <a:gd name="csY20" fmla="*/ 1956185 h 1975278"/>
              <a:gd name="csX21" fmla="*/ 2204027 w 4279900"/>
              <a:gd name="csY21" fmla="*/ 1214725 h 1975278"/>
              <a:gd name="csX22" fmla="*/ 2298700 w 4279900"/>
              <a:gd name="csY22" fmla="*/ 1598953 h 1975278"/>
              <a:gd name="csX23" fmla="*/ 2374900 w 4279900"/>
              <a:gd name="csY23" fmla="*/ 622685 h 1975278"/>
              <a:gd name="csX24" fmla="*/ 2433782 w 4279900"/>
              <a:gd name="csY24" fmla="*/ 193210 h 1975278"/>
              <a:gd name="csX25" fmla="*/ 2575791 w 4279900"/>
              <a:gd name="csY25" fmla="*/ 459719 h 1975278"/>
              <a:gd name="csX26" fmla="*/ 2679700 w 4279900"/>
              <a:gd name="csY26" fmla="*/ 178185 h 1975278"/>
              <a:gd name="csX27" fmla="*/ 2832100 w 4279900"/>
              <a:gd name="csY27" fmla="*/ 1283085 h 1975278"/>
              <a:gd name="csX28" fmla="*/ 2997200 w 4279900"/>
              <a:gd name="csY28" fmla="*/ 501930 h 1975278"/>
              <a:gd name="csX29" fmla="*/ 3149600 w 4279900"/>
              <a:gd name="csY29" fmla="*/ 1702185 h 1975278"/>
              <a:gd name="csX30" fmla="*/ 3276600 w 4279900"/>
              <a:gd name="csY30" fmla="*/ 559185 h 1975278"/>
              <a:gd name="csX31" fmla="*/ 3353955 w 4279900"/>
              <a:gd name="csY31" fmla="*/ 865043 h 1975278"/>
              <a:gd name="csX32" fmla="*/ 3429000 w 4279900"/>
              <a:gd name="csY32" fmla="*/ 584585 h 1975278"/>
              <a:gd name="csX33" fmla="*/ 3530600 w 4279900"/>
              <a:gd name="csY33" fmla="*/ 1422785 h 1975278"/>
              <a:gd name="csX34" fmla="*/ 3721100 w 4279900"/>
              <a:gd name="csY34" fmla="*/ 292485 h 1975278"/>
              <a:gd name="csX35" fmla="*/ 3924300 w 4279900"/>
              <a:gd name="csY35" fmla="*/ 1473585 h 1975278"/>
              <a:gd name="csX36" fmla="*/ 4054764 w 4279900"/>
              <a:gd name="csY36" fmla="*/ 1013002 h 1975278"/>
              <a:gd name="csX37" fmla="*/ 4178300 w 4279900"/>
              <a:gd name="csY37" fmla="*/ 1232285 h 1975278"/>
              <a:gd name="csX38" fmla="*/ 4279900 w 4279900"/>
              <a:gd name="csY38" fmla="*/ 394085 h 1975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4279900" h="1975278">
                <a:moveTo>
                  <a:pt x="0" y="1003685"/>
                </a:moveTo>
                <a:cubicBezTo>
                  <a:pt x="32808" y="557068"/>
                  <a:pt x="64847" y="579928"/>
                  <a:pt x="101600" y="589791"/>
                </a:cubicBezTo>
                <a:cubicBezTo>
                  <a:pt x="138353" y="599654"/>
                  <a:pt x="180302" y="1114531"/>
                  <a:pt x="220519" y="1062863"/>
                </a:cubicBezTo>
                <a:cubicBezTo>
                  <a:pt x="260736" y="1011195"/>
                  <a:pt x="311535" y="383499"/>
                  <a:pt x="342900" y="279785"/>
                </a:cubicBezTo>
                <a:cubicBezTo>
                  <a:pt x="374265" y="176071"/>
                  <a:pt x="383309" y="487149"/>
                  <a:pt x="408709" y="440582"/>
                </a:cubicBezTo>
                <a:cubicBezTo>
                  <a:pt x="434109" y="394015"/>
                  <a:pt x="465667" y="13472"/>
                  <a:pt x="495300" y="385"/>
                </a:cubicBezTo>
                <a:cubicBezTo>
                  <a:pt x="524933" y="-12702"/>
                  <a:pt x="550526" y="311286"/>
                  <a:pt x="586509" y="362057"/>
                </a:cubicBezTo>
                <a:cubicBezTo>
                  <a:pt x="622492" y="412828"/>
                  <a:pt x="679258" y="179056"/>
                  <a:pt x="711200" y="305012"/>
                </a:cubicBezTo>
                <a:cubicBezTo>
                  <a:pt x="743142" y="430968"/>
                  <a:pt x="742180" y="992193"/>
                  <a:pt x="778163" y="1117793"/>
                </a:cubicBezTo>
                <a:cubicBezTo>
                  <a:pt x="814146" y="1243393"/>
                  <a:pt x="885344" y="918882"/>
                  <a:pt x="927100" y="1058614"/>
                </a:cubicBezTo>
                <a:cubicBezTo>
                  <a:pt x="968856" y="1198346"/>
                  <a:pt x="1000414" y="1850531"/>
                  <a:pt x="1028700" y="1956185"/>
                </a:cubicBezTo>
                <a:cubicBezTo>
                  <a:pt x="1056986" y="2061839"/>
                  <a:pt x="1071418" y="1694656"/>
                  <a:pt x="1096818" y="1692539"/>
                </a:cubicBezTo>
                <a:cubicBezTo>
                  <a:pt x="1122218" y="1690422"/>
                  <a:pt x="1153199" y="2045562"/>
                  <a:pt x="1181100" y="1943485"/>
                </a:cubicBezTo>
                <a:cubicBezTo>
                  <a:pt x="1209001" y="1841408"/>
                  <a:pt x="1227282" y="1169931"/>
                  <a:pt x="1264227" y="1080077"/>
                </a:cubicBezTo>
                <a:cubicBezTo>
                  <a:pt x="1301172" y="990223"/>
                  <a:pt x="1360825" y="1418252"/>
                  <a:pt x="1402773" y="1404361"/>
                </a:cubicBezTo>
                <a:cubicBezTo>
                  <a:pt x="1444721" y="1390470"/>
                  <a:pt x="1478780" y="951325"/>
                  <a:pt x="1515918" y="996729"/>
                </a:cubicBezTo>
                <a:cubicBezTo>
                  <a:pt x="1553056" y="1042133"/>
                  <a:pt x="1582305" y="1673833"/>
                  <a:pt x="1625600" y="1676785"/>
                </a:cubicBezTo>
                <a:cubicBezTo>
                  <a:pt x="1668895" y="1679737"/>
                  <a:pt x="1727007" y="991160"/>
                  <a:pt x="1775690" y="1014443"/>
                </a:cubicBezTo>
                <a:cubicBezTo>
                  <a:pt x="1824373" y="1037726"/>
                  <a:pt x="1885565" y="1801345"/>
                  <a:pt x="1917700" y="1816485"/>
                </a:cubicBezTo>
                <a:cubicBezTo>
                  <a:pt x="1949835" y="1831625"/>
                  <a:pt x="1936750" y="1082002"/>
                  <a:pt x="1968500" y="1105285"/>
                </a:cubicBezTo>
                <a:cubicBezTo>
                  <a:pt x="2000250" y="1128568"/>
                  <a:pt x="2068946" y="1937945"/>
                  <a:pt x="2108200" y="1956185"/>
                </a:cubicBezTo>
                <a:cubicBezTo>
                  <a:pt x="2147455" y="1974425"/>
                  <a:pt x="2172277" y="1274264"/>
                  <a:pt x="2204027" y="1214725"/>
                </a:cubicBezTo>
                <a:cubicBezTo>
                  <a:pt x="2235777" y="1155186"/>
                  <a:pt x="2270221" y="1697626"/>
                  <a:pt x="2298700" y="1598953"/>
                </a:cubicBezTo>
                <a:cubicBezTo>
                  <a:pt x="2327179" y="1500280"/>
                  <a:pt x="2352386" y="856975"/>
                  <a:pt x="2374900" y="622685"/>
                </a:cubicBezTo>
                <a:cubicBezTo>
                  <a:pt x="2397414" y="388395"/>
                  <a:pt x="2400300" y="220371"/>
                  <a:pt x="2433782" y="193210"/>
                </a:cubicBezTo>
                <a:cubicBezTo>
                  <a:pt x="2467264" y="166049"/>
                  <a:pt x="2534805" y="462223"/>
                  <a:pt x="2575791" y="459719"/>
                </a:cubicBezTo>
                <a:cubicBezTo>
                  <a:pt x="2616777" y="457215"/>
                  <a:pt x="2636982" y="40957"/>
                  <a:pt x="2679700" y="178185"/>
                </a:cubicBezTo>
                <a:cubicBezTo>
                  <a:pt x="2722418" y="315413"/>
                  <a:pt x="2779183" y="1229128"/>
                  <a:pt x="2832100" y="1283085"/>
                </a:cubicBezTo>
                <a:cubicBezTo>
                  <a:pt x="2885017" y="1337042"/>
                  <a:pt x="2944283" y="432080"/>
                  <a:pt x="2997200" y="501930"/>
                </a:cubicBezTo>
                <a:cubicBezTo>
                  <a:pt x="3050117" y="571780"/>
                  <a:pt x="3103033" y="1692642"/>
                  <a:pt x="3149600" y="1702185"/>
                </a:cubicBezTo>
                <a:cubicBezTo>
                  <a:pt x="3196167" y="1711728"/>
                  <a:pt x="3242541" y="698709"/>
                  <a:pt x="3276600" y="559185"/>
                </a:cubicBezTo>
                <a:cubicBezTo>
                  <a:pt x="3310659" y="419661"/>
                  <a:pt x="3328555" y="860810"/>
                  <a:pt x="3353955" y="865043"/>
                </a:cubicBezTo>
                <a:cubicBezTo>
                  <a:pt x="3379355" y="869276"/>
                  <a:pt x="3399559" y="491628"/>
                  <a:pt x="3429000" y="584585"/>
                </a:cubicBezTo>
                <a:cubicBezTo>
                  <a:pt x="3458441" y="677542"/>
                  <a:pt x="3481917" y="1471468"/>
                  <a:pt x="3530600" y="1422785"/>
                </a:cubicBezTo>
                <a:cubicBezTo>
                  <a:pt x="3579283" y="1374102"/>
                  <a:pt x="3655483" y="284018"/>
                  <a:pt x="3721100" y="292485"/>
                </a:cubicBezTo>
                <a:cubicBezTo>
                  <a:pt x="3786717" y="300952"/>
                  <a:pt x="3868689" y="1353499"/>
                  <a:pt x="3924300" y="1473585"/>
                </a:cubicBezTo>
                <a:cubicBezTo>
                  <a:pt x="3979911" y="1593671"/>
                  <a:pt x="4012431" y="1053219"/>
                  <a:pt x="4054764" y="1013002"/>
                </a:cubicBezTo>
                <a:cubicBezTo>
                  <a:pt x="4097097" y="972785"/>
                  <a:pt x="4142317" y="1280968"/>
                  <a:pt x="4178300" y="1232285"/>
                </a:cubicBezTo>
                <a:cubicBezTo>
                  <a:pt x="4214283" y="1183602"/>
                  <a:pt x="4247091" y="788843"/>
                  <a:pt x="4279900" y="394085"/>
                </a:cubicBezTo>
              </a:path>
            </a:pathLst>
          </a:cu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2C348D90-78E3-781F-2E3B-9D078705E461}"/>
              </a:ext>
            </a:extLst>
          </p:cNvPr>
          <p:cNvSpPr/>
          <p:nvPr/>
        </p:nvSpPr>
        <p:spPr>
          <a:xfrm>
            <a:off x="6400800" y="3568700"/>
            <a:ext cx="927101" cy="274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AD82AB-2874-CBA9-7583-BA702E6A8A40}"/>
              </a:ext>
            </a:extLst>
          </p:cNvPr>
          <p:cNvSpPr txBox="1"/>
          <p:nvPr/>
        </p:nvSpPr>
        <p:spPr>
          <a:xfrm>
            <a:off x="8945519" y="383758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9386B08C-5E4D-C6D4-927A-E6AB98928B5B}"/>
              </a:ext>
            </a:extLst>
          </p:cNvPr>
          <p:cNvCxnSpPr/>
          <p:nvPr/>
        </p:nvCxnSpPr>
        <p:spPr>
          <a:xfrm>
            <a:off x="501650" y="3327400"/>
            <a:ext cx="111887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BB06F68E-14BC-1A85-4AD0-D00A7BB92605}"/>
              </a:ext>
            </a:extLst>
          </p:cNvPr>
          <p:cNvCxnSpPr>
            <a:cxnSpLocks/>
          </p:cNvCxnSpPr>
          <p:nvPr/>
        </p:nvCxnSpPr>
        <p:spPr>
          <a:xfrm>
            <a:off x="6400800" y="1790700"/>
            <a:ext cx="482600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35A5BB09-F2F9-5F2C-535B-9831DDAB268D}"/>
              </a:ext>
            </a:extLst>
          </p:cNvPr>
          <p:cNvCxnSpPr>
            <a:cxnSpLocks/>
          </p:cNvCxnSpPr>
          <p:nvPr/>
        </p:nvCxnSpPr>
        <p:spPr>
          <a:xfrm>
            <a:off x="6451600" y="5035549"/>
            <a:ext cx="482600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5" name="Graphic 154" descr="Deciduous tree with solid fill">
            <a:extLst>
              <a:ext uri="{FF2B5EF4-FFF2-40B4-BE49-F238E27FC236}">
                <a16:creationId xmlns:a16="http://schemas.microsoft.com/office/drawing/2014/main" id="{220D953E-7CE0-E411-25D5-A19E68D8B5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0852" y="4940300"/>
            <a:ext cx="787399" cy="787399"/>
          </a:xfrm>
          <a:prstGeom prst="rect">
            <a:avLst/>
          </a:prstGeom>
        </p:spPr>
      </p:pic>
      <p:pic>
        <p:nvPicPr>
          <p:cNvPr id="157" name="Graphic 156" descr="Deciduous tree with solid fill">
            <a:extLst>
              <a:ext uri="{FF2B5EF4-FFF2-40B4-BE49-F238E27FC236}">
                <a16:creationId xmlns:a16="http://schemas.microsoft.com/office/drawing/2014/main" id="{073623E4-4E75-0E18-6772-C96E761AA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84684" y="4152901"/>
            <a:ext cx="787399" cy="787399"/>
          </a:xfrm>
          <a:prstGeom prst="rect">
            <a:avLst/>
          </a:prstGeom>
        </p:spPr>
      </p:pic>
      <p:pic>
        <p:nvPicPr>
          <p:cNvPr id="158" name="Graphic 157" descr="Deciduous tree with solid fill">
            <a:extLst>
              <a:ext uri="{FF2B5EF4-FFF2-40B4-BE49-F238E27FC236}">
                <a16:creationId xmlns:a16="http://schemas.microsoft.com/office/drawing/2014/main" id="{7C872A82-F9CB-8738-80CA-51A404134F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552" y="4972049"/>
            <a:ext cx="787399" cy="787399"/>
          </a:xfrm>
          <a:prstGeom prst="rect">
            <a:avLst/>
          </a:prstGeom>
        </p:spPr>
      </p:pic>
      <p:pic>
        <p:nvPicPr>
          <p:cNvPr id="160" name="Graphic 159" descr="Deciduous tree with solid fill">
            <a:extLst>
              <a:ext uri="{FF2B5EF4-FFF2-40B4-BE49-F238E27FC236}">
                <a16:creationId xmlns:a16="http://schemas.microsoft.com/office/drawing/2014/main" id="{8E77ECF5-4492-6F83-5F47-BDCDB4FFBD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2384" y="4170627"/>
            <a:ext cx="787399" cy="78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94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CA4ACB-ECAC-9C49-F2C9-200C438F56B0}"/>
              </a:ext>
            </a:extLst>
          </p:cNvPr>
          <p:cNvCxnSpPr/>
          <p:nvPr/>
        </p:nvCxnSpPr>
        <p:spPr>
          <a:xfrm>
            <a:off x="1524000" y="533400"/>
            <a:ext cx="0" cy="25527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81EA69E-1409-1C7C-D0ED-092862408276}"/>
              </a:ext>
            </a:extLst>
          </p:cNvPr>
          <p:cNvCxnSpPr>
            <a:cxnSpLocks/>
          </p:cNvCxnSpPr>
          <p:nvPr/>
        </p:nvCxnSpPr>
        <p:spPr>
          <a:xfrm>
            <a:off x="1524000" y="1778000"/>
            <a:ext cx="4800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C5899A04-C95A-885E-85FD-762569C55B87}"/>
              </a:ext>
            </a:extLst>
          </p:cNvPr>
          <p:cNvSpPr/>
          <p:nvPr/>
        </p:nvSpPr>
        <p:spPr>
          <a:xfrm>
            <a:off x="584200" y="921607"/>
            <a:ext cx="5118100" cy="1778033"/>
          </a:xfrm>
          <a:custGeom>
            <a:avLst/>
            <a:gdLst>
              <a:gd name="csX0" fmla="*/ 0 w 5092700"/>
              <a:gd name="csY0" fmla="*/ 878024 h 1779727"/>
              <a:gd name="csX1" fmla="*/ 1054100 w 5092700"/>
              <a:gd name="csY1" fmla="*/ 27124 h 1779727"/>
              <a:gd name="csX2" fmla="*/ 2082800 w 5092700"/>
              <a:gd name="csY2" fmla="*/ 1779724 h 1779727"/>
              <a:gd name="csX3" fmla="*/ 3162300 w 5092700"/>
              <a:gd name="csY3" fmla="*/ 14424 h 1779727"/>
              <a:gd name="csX4" fmla="*/ 4229100 w 5092700"/>
              <a:gd name="csY4" fmla="*/ 1779724 h 1779727"/>
              <a:gd name="csX5" fmla="*/ 5092700 w 5092700"/>
              <a:gd name="csY5" fmla="*/ 27124 h 1779727"/>
              <a:gd name="csX0" fmla="*/ 0 w 5232400"/>
              <a:gd name="csY0" fmla="*/ 878024 h 1779727"/>
              <a:gd name="csX1" fmla="*/ 1054100 w 5232400"/>
              <a:gd name="csY1" fmla="*/ 27124 h 1779727"/>
              <a:gd name="csX2" fmla="*/ 2082800 w 5232400"/>
              <a:gd name="csY2" fmla="*/ 1779724 h 1779727"/>
              <a:gd name="csX3" fmla="*/ 3162300 w 5232400"/>
              <a:gd name="csY3" fmla="*/ 14424 h 1779727"/>
              <a:gd name="csX4" fmla="*/ 4229100 w 5232400"/>
              <a:gd name="csY4" fmla="*/ 1779724 h 1779727"/>
              <a:gd name="csX5" fmla="*/ 5232400 w 5232400"/>
              <a:gd name="csY5" fmla="*/ 14424 h 1779727"/>
              <a:gd name="csX0" fmla="*/ 0 w 5232400"/>
              <a:gd name="csY0" fmla="*/ 878024 h 1779726"/>
              <a:gd name="csX1" fmla="*/ 1054100 w 5232400"/>
              <a:gd name="csY1" fmla="*/ 27124 h 1779726"/>
              <a:gd name="csX2" fmla="*/ 2082800 w 5232400"/>
              <a:gd name="csY2" fmla="*/ 1779724 h 1779726"/>
              <a:gd name="csX3" fmla="*/ 3162300 w 5232400"/>
              <a:gd name="csY3" fmla="*/ 14424 h 1779726"/>
              <a:gd name="csX4" fmla="*/ 4191000 w 5232400"/>
              <a:gd name="csY4" fmla="*/ 1767024 h 1779726"/>
              <a:gd name="csX5" fmla="*/ 5232400 w 5232400"/>
              <a:gd name="csY5" fmla="*/ 14424 h 1779726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0828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1082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6302 h 1778035"/>
              <a:gd name="csX1" fmla="*/ 1041400 w 5232400"/>
              <a:gd name="csY1" fmla="*/ 50802 h 1778035"/>
              <a:gd name="csX2" fmla="*/ 2108200 w 5232400"/>
              <a:gd name="csY2" fmla="*/ 1778002 h 1778035"/>
              <a:gd name="csX3" fmla="*/ 3136900 w 5232400"/>
              <a:gd name="csY3" fmla="*/ 2 h 1778035"/>
              <a:gd name="csX4" fmla="*/ 4191000 w 5232400"/>
              <a:gd name="csY4" fmla="*/ 1765302 h 1778035"/>
              <a:gd name="csX5" fmla="*/ 5232400 w 5232400"/>
              <a:gd name="csY5" fmla="*/ 12702 h 1778035"/>
              <a:gd name="csX0" fmla="*/ 0 w 5232400"/>
              <a:gd name="csY0" fmla="*/ 876302 h 1778032"/>
              <a:gd name="csX1" fmla="*/ 1041400 w 5232400"/>
              <a:gd name="csY1" fmla="*/ 50802 h 1778032"/>
              <a:gd name="csX2" fmla="*/ 2108200 w 5232400"/>
              <a:gd name="csY2" fmla="*/ 1778002 h 1778032"/>
              <a:gd name="csX3" fmla="*/ 3136900 w 5232400"/>
              <a:gd name="csY3" fmla="*/ 2 h 1778032"/>
              <a:gd name="csX4" fmla="*/ 4191000 w 5232400"/>
              <a:gd name="csY4" fmla="*/ 1765302 h 1778032"/>
              <a:gd name="csX5" fmla="*/ 5232400 w 5232400"/>
              <a:gd name="csY5" fmla="*/ 12702 h 1778032"/>
              <a:gd name="csX0" fmla="*/ 0 w 5156200"/>
              <a:gd name="csY0" fmla="*/ 2082802 h 2082802"/>
              <a:gd name="csX1" fmla="*/ 965200 w 5156200"/>
              <a:gd name="csY1" fmla="*/ 50802 h 2082802"/>
              <a:gd name="csX2" fmla="*/ 2032000 w 5156200"/>
              <a:gd name="csY2" fmla="*/ 1778002 h 2082802"/>
              <a:gd name="csX3" fmla="*/ 3060700 w 5156200"/>
              <a:gd name="csY3" fmla="*/ 2 h 2082802"/>
              <a:gd name="csX4" fmla="*/ 4114800 w 5156200"/>
              <a:gd name="csY4" fmla="*/ 1765302 h 2082802"/>
              <a:gd name="csX5" fmla="*/ 5156200 w 5156200"/>
              <a:gd name="csY5" fmla="*/ 12702 h 2082802"/>
              <a:gd name="csX0" fmla="*/ 0 w 5156200"/>
              <a:gd name="csY0" fmla="*/ 2082802 h 2082952"/>
              <a:gd name="csX1" fmla="*/ 965200 w 5156200"/>
              <a:gd name="csY1" fmla="*/ 50802 h 2082952"/>
              <a:gd name="csX2" fmla="*/ 2032000 w 5156200"/>
              <a:gd name="csY2" fmla="*/ 1778002 h 2082952"/>
              <a:gd name="csX3" fmla="*/ 3060700 w 5156200"/>
              <a:gd name="csY3" fmla="*/ 2 h 2082952"/>
              <a:gd name="csX4" fmla="*/ 4114800 w 5156200"/>
              <a:gd name="csY4" fmla="*/ 1765302 h 2082952"/>
              <a:gd name="csX5" fmla="*/ 5156200 w 5156200"/>
              <a:gd name="csY5" fmla="*/ 12702 h 2082952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118100" h="1778033">
                <a:moveTo>
                  <a:pt x="0" y="1727202"/>
                </a:moveTo>
                <a:cubicBezTo>
                  <a:pt x="442383" y="1747310"/>
                  <a:pt x="594783" y="42335"/>
                  <a:pt x="927100" y="50802"/>
                </a:cubicBezTo>
                <a:cubicBezTo>
                  <a:pt x="1259417" y="59269"/>
                  <a:pt x="1644650" y="1786469"/>
                  <a:pt x="1993900" y="1778002"/>
                </a:cubicBezTo>
                <a:cubicBezTo>
                  <a:pt x="2343150" y="1769535"/>
                  <a:pt x="2675467" y="2119"/>
                  <a:pt x="3022600" y="2"/>
                </a:cubicBezTo>
                <a:cubicBezTo>
                  <a:pt x="3369733" y="-2115"/>
                  <a:pt x="3754967" y="1763185"/>
                  <a:pt x="4076700" y="1765302"/>
                </a:cubicBezTo>
                <a:cubicBezTo>
                  <a:pt x="4398433" y="1767419"/>
                  <a:pt x="4821766" y="13760"/>
                  <a:pt x="5118100" y="12702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D4429B7-D1EC-5A1C-E2F1-07B1B34F7C4C}"/>
              </a:ext>
            </a:extLst>
          </p:cNvPr>
          <p:cNvSpPr/>
          <p:nvPr/>
        </p:nvSpPr>
        <p:spPr>
          <a:xfrm>
            <a:off x="977900" y="921607"/>
            <a:ext cx="5118100" cy="1778033"/>
          </a:xfrm>
          <a:custGeom>
            <a:avLst/>
            <a:gdLst>
              <a:gd name="csX0" fmla="*/ 0 w 5092700"/>
              <a:gd name="csY0" fmla="*/ 878024 h 1779727"/>
              <a:gd name="csX1" fmla="*/ 1054100 w 5092700"/>
              <a:gd name="csY1" fmla="*/ 27124 h 1779727"/>
              <a:gd name="csX2" fmla="*/ 2082800 w 5092700"/>
              <a:gd name="csY2" fmla="*/ 1779724 h 1779727"/>
              <a:gd name="csX3" fmla="*/ 3162300 w 5092700"/>
              <a:gd name="csY3" fmla="*/ 14424 h 1779727"/>
              <a:gd name="csX4" fmla="*/ 4229100 w 5092700"/>
              <a:gd name="csY4" fmla="*/ 1779724 h 1779727"/>
              <a:gd name="csX5" fmla="*/ 5092700 w 5092700"/>
              <a:gd name="csY5" fmla="*/ 27124 h 1779727"/>
              <a:gd name="csX0" fmla="*/ 0 w 5232400"/>
              <a:gd name="csY0" fmla="*/ 878024 h 1779727"/>
              <a:gd name="csX1" fmla="*/ 1054100 w 5232400"/>
              <a:gd name="csY1" fmla="*/ 27124 h 1779727"/>
              <a:gd name="csX2" fmla="*/ 2082800 w 5232400"/>
              <a:gd name="csY2" fmla="*/ 1779724 h 1779727"/>
              <a:gd name="csX3" fmla="*/ 3162300 w 5232400"/>
              <a:gd name="csY3" fmla="*/ 14424 h 1779727"/>
              <a:gd name="csX4" fmla="*/ 4229100 w 5232400"/>
              <a:gd name="csY4" fmla="*/ 1779724 h 1779727"/>
              <a:gd name="csX5" fmla="*/ 5232400 w 5232400"/>
              <a:gd name="csY5" fmla="*/ 14424 h 1779727"/>
              <a:gd name="csX0" fmla="*/ 0 w 5232400"/>
              <a:gd name="csY0" fmla="*/ 878024 h 1779726"/>
              <a:gd name="csX1" fmla="*/ 1054100 w 5232400"/>
              <a:gd name="csY1" fmla="*/ 27124 h 1779726"/>
              <a:gd name="csX2" fmla="*/ 2082800 w 5232400"/>
              <a:gd name="csY2" fmla="*/ 1779724 h 1779726"/>
              <a:gd name="csX3" fmla="*/ 3162300 w 5232400"/>
              <a:gd name="csY3" fmla="*/ 14424 h 1779726"/>
              <a:gd name="csX4" fmla="*/ 4191000 w 5232400"/>
              <a:gd name="csY4" fmla="*/ 1767024 h 1779726"/>
              <a:gd name="csX5" fmla="*/ 5232400 w 5232400"/>
              <a:gd name="csY5" fmla="*/ 14424 h 1779726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0828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8024 h 1779732"/>
              <a:gd name="csX1" fmla="*/ 1054100 w 5232400"/>
              <a:gd name="csY1" fmla="*/ 27124 h 1779732"/>
              <a:gd name="csX2" fmla="*/ 2108200 w 5232400"/>
              <a:gd name="csY2" fmla="*/ 1779724 h 1779732"/>
              <a:gd name="csX3" fmla="*/ 3136900 w 5232400"/>
              <a:gd name="csY3" fmla="*/ 1724 h 1779732"/>
              <a:gd name="csX4" fmla="*/ 4191000 w 5232400"/>
              <a:gd name="csY4" fmla="*/ 1767024 h 1779732"/>
              <a:gd name="csX5" fmla="*/ 5232400 w 5232400"/>
              <a:gd name="csY5" fmla="*/ 14424 h 1779732"/>
              <a:gd name="csX0" fmla="*/ 0 w 5232400"/>
              <a:gd name="csY0" fmla="*/ 876302 h 1778035"/>
              <a:gd name="csX1" fmla="*/ 1041400 w 5232400"/>
              <a:gd name="csY1" fmla="*/ 50802 h 1778035"/>
              <a:gd name="csX2" fmla="*/ 2108200 w 5232400"/>
              <a:gd name="csY2" fmla="*/ 1778002 h 1778035"/>
              <a:gd name="csX3" fmla="*/ 3136900 w 5232400"/>
              <a:gd name="csY3" fmla="*/ 2 h 1778035"/>
              <a:gd name="csX4" fmla="*/ 4191000 w 5232400"/>
              <a:gd name="csY4" fmla="*/ 1765302 h 1778035"/>
              <a:gd name="csX5" fmla="*/ 5232400 w 5232400"/>
              <a:gd name="csY5" fmla="*/ 12702 h 1778035"/>
              <a:gd name="csX0" fmla="*/ 0 w 5232400"/>
              <a:gd name="csY0" fmla="*/ 876302 h 1778032"/>
              <a:gd name="csX1" fmla="*/ 1041400 w 5232400"/>
              <a:gd name="csY1" fmla="*/ 50802 h 1778032"/>
              <a:gd name="csX2" fmla="*/ 2108200 w 5232400"/>
              <a:gd name="csY2" fmla="*/ 1778002 h 1778032"/>
              <a:gd name="csX3" fmla="*/ 3136900 w 5232400"/>
              <a:gd name="csY3" fmla="*/ 2 h 1778032"/>
              <a:gd name="csX4" fmla="*/ 4191000 w 5232400"/>
              <a:gd name="csY4" fmla="*/ 1765302 h 1778032"/>
              <a:gd name="csX5" fmla="*/ 5232400 w 5232400"/>
              <a:gd name="csY5" fmla="*/ 12702 h 1778032"/>
              <a:gd name="csX0" fmla="*/ 0 w 5156200"/>
              <a:gd name="csY0" fmla="*/ 2082802 h 2082802"/>
              <a:gd name="csX1" fmla="*/ 965200 w 5156200"/>
              <a:gd name="csY1" fmla="*/ 50802 h 2082802"/>
              <a:gd name="csX2" fmla="*/ 2032000 w 5156200"/>
              <a:gd name="csY2" fmla="*/ 1778002 h 2082802"/>
              <a:gd name="csX3" fmla="*/ 3060700 w 5156200"/>
              <a:gd name="csY3" fmla="*/ 2 h 2082802"/>
              <a:gd name="csX4" fmla="*/ 4114800 w 5156200"/>
              <a:gd name="csY4" fmla="*/ 1765302 h 2082802"/>
              <a:gd name="csX5" fmla="*/ 5156200 w 5156200"/>
              <a:gd name="csY5" fmla="*/ 12702 h 2082802"/>
              <a:gd name="csX0" fmla="*/ 0 w 5156200"/>
              <a:gd name="csY0" fmla="*/ 2082802 h 2082952"/>
              <a:gd name="csX1" fmla="*/ 965200 w 5156200"/>
              <a:gd name="csY1" fmla="*/ 50802 h 2082952"/>
              <a:gd name="csX2" fmla="*/ 2032000 w 5156200"/>
              <a:gd name="csY2" fmla="*/ 1778002 h 2082952"/>
              <a:gd name="csX3" fmla="*/ 3060700 w 5156200"/>
              <a:gd name="csY3" fmla="*/ 2 h 2082952"/>
              <a:gd name="csX4" fmla="*/ 4114800 w 5156200"/>
              <a:gd name="csY4" fmla="*/ 1765302 h 2082952"/>
              <a:gd name="csX5" fmla="*/ 5156200 w 5156200"/>
              <a:gd name="csY5" fmla="*/ 12702 h 2082952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  <a:gd name="csX0" fmla="*/ 0 w 5118100"/>
              <a:gd name="csY0" fmla="*/ 1727202 h 1778033"/>
              <a:gd name="csX1" fmla="*/ 927100 w 5118100"/>
              <a:gd name="csY1" fmla="*/ 50802 h 1778033"/>
              <a:gd name="csX2" fmla="*/ 1993900 w 5118100"/>
              <a:gd name="csY2" fmla="*/ 1778002 h 1778033"/>
              <a:gd name="csX3" fmla="*/ 3022600 w 5118100"/>
              <a:gd name="csY3" fmla="*/ 2 h 1778033"/>
              <a:gd name="csX4" fmla="*/ 4076700 w 5118100"/>
              <a:gd name="csY4" fmla="*/ 1765302 h 1778033"/>
              <a:gd name="csX5" fmla="*/ 5118100 w 5118100"/>
              <a:gd name="csY5" fmla="*/ 12702 h 1778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118100" h="1778033">
                <a:moveTo>
                  <a:pt x="0" y="1727202"/>
                </a:moveTo>
                <a:cubicBezTo>
                  <a:pt x="442383" y="1747310"/>
                  <a:pt x="594783" y="42335"/>
                  <a:pt x="927100" y="50802"/>
                </a:cubicBezTo>
                <a:cubicBezTo>
                  <a:pt x="1259417" y="59269"/>
                  <a:pt x="1644650" y="1786469"/>
                  <a:pt x="1993900" y="1778002"/>
                </a:cubicBezTo>
                <a:cubicBezTo>
                  <a:pt x="2343150" y="1769535"/>
                  <a:pt x="2675467" y="2119"/>
                  <a:pt x="3022600" y="2"/>
                </a:cubicBezTo>
                <a:cubicBezTo>
                  <a:pt x="3369733" y="-2115"/>
                  <a:pt x="3754967" y="1763185"/>
                  <a:pt x="4076700" y="1765302"/>
                </a:cubicBezTo>
                <a:cubicBezTo>
                  <a:pt x="4398433" y="1767419"/>
                  <a:pt x="4821766" y="13760"/>
                  <a:pt x="5118100" y="12702"/>
                </a:cubicBez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C6FA6C-45E9-D627-9CAE-E042EFC1DD64}"/>
              </a:ext>
            </a:extLst>
          </p:cNvPr>
          <p:cNvSpPr/>
          <p:nvPr/>
        </p:nvSpPr>
        <p:spPr>
          <a:xfrm>
            <a:off x="368300" y="342900"/>
            <a:ext cx="1143000" cy="274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9A5E68-CB6B-D695-1ECF-A14237FA53EA}"/>
              </a:ext>
            </a:extLst>
          </p:cNvPr>
          <p:cNvCxnSpPr/>
          <p:nvPr/>
        </p:nvCxnSpPr>
        <p:spPr>
          <a:xfrm>
            <a:off x="1917700" y="1460500"/>
            <a:ext cx="3048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97F1C189-7123-003E-078B-9EF4D7910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1258190"/>
            <a:ext cx="381000" cy="26670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BF22021-6C0D-0A60-73CA-740578877820}"/>
              </a:ext>
            </a:extLst>
          </p:cNvPr>
          <p:cNvCxnSpPr/>
          <p:nvPr/>
        </p:nvCxnSpPr>
        <p:spPr>
          <a:xfrm>
            <a:off x="1524000" y="3759200"/>
            <a:ext cx="0" cy="25527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1595D43-1D95-9408-6B83-6688CFAD03EA}"/>
              </a:ext>
            </a:extLst>
          </p:cNvPr>
          <p:cNvCxnSpPr>
            <a:cxnSpLocks/>
          </p:cNvCxnSpPr>
          <p:nvPr/>
        </p:nvCxnSpPr>
        <p:spPr>
          <a:xfrm>
            <a:off x="1524000" y="5003800"/>
            <a:ext cx="4800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060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" name="Group 195">
            <a:extLst>
              <a:ext uri="{FF2B5EF4-FFF2-40B4-BE49-F238E27FC236}">
                <a16:creationId xmlns:a16="http://schemas.microsoft.com/office/drawing/2014/main" id="{626453D2-FEFF-FBF1-0817-537ED845F788}"/>
              </a:ext>
            </a:extLst>
          </p:cNvPr>
          <p:cNvGrpSpPr/>
          <p:nvPr/>
        </p:nvGrpSpPr>
        <p:grpSpPr>
          <a:xfrm rot="5400000">
            <a:off x="1518296" y="991078"/>
            <a:ext cx="4080510" cy="4080510"/>
            <a:chOff x="720090" y="1428750"/>
            <a:chExt cx="4789172" cy="4754880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DA5DA0A2-3243-9F26-272D-8565E16AF6E5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F02489EA-4F0A-B1C4-0901-EDC4B94DC17A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2C58BC9B-7145-3202-D2C2-6CDA296CFF41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222" name="Straight Connector 221">
                  <a:extLst>
                    <a:ext uri="{FF2B5EF4-FFF2-40B4-BE49-F238E27FC236}">
                      <a16:creationId xmlns:a16="http://schemas.microsoft.com/office/drawing/2014/main" id="{B8843DCF-546D-67F3-34C1-A4775B127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004B68E1-52A6-A802-B989-C28602656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Straight Connector 223">
                  <a:extLst>
                    <a:ext uri="{FF2B5EF4-FFF2-40B4-BE49-F238E27FC236}">
                      <a16:creationId xmlns:a16="http://schemas.microsoft.com/office/drawing/2014/main" id="{2B0B5802-B17C-8B7D-7525-25B440D0D5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Straight Connector 224">
                  <a:extLst>
                    <a:ext uri="{FF2B5EF4-FFF2-40B4-BE49-F238E27FC236}">
                      <a16:creationId xmlns:a16="http://schemas.microsoft.com/office/drawing/2014/main" id="{674944A1-4976-88BB-7DA5-5F1D5F240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D0BB9CFF-DF1C-9AD5-5FF0-F4C86AE7DA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Connector 226">
                  <a:extLst>
                    <a:ext uri="{FF2B5EF4-FFF2-40B4-BE49-F238E27FC236}">
                      <a16:creationId xmlns:a16="http://schemas.microsoft.com/office/drawing/2014/main" id="{36A6CED6-FF64-0466-2750-6B167798E1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6D2A05C9-8D73-7852-84FE-8370CC8307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Straight Connector 228">
                  <a:extLst>
                    <a:ext uri="{FF2B5EF4-FFF2-40B4-BE49-F238E27FC236}">
                      <a16:creationId xmlns:a16="http://schemas.microsoft.com/office/drawing/2014/main" id="{26997505-DFA2-A13D-5075-6E214C7E70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81B20B1C-1BEF-EE18-28EA-B5E69F451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Straight Connector 230">
                  <a:extLst>
                    <a:ext uri="{FF2B5EF4-FFF2-40B4-BE49-F238E27FC236}">
                      <a16:creationId xmlns:a16="http://schemas.microsoft.com/office/drawing/2014/main" id="{E6F381A2-E234-F6DC-E8FD-C375438791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Straight Connector 231">
                  <a:extLst>
                    <a:ext uri="{FF2B5EF4-FFF2-40B4-BE49-F238E27FC236}">
                      <a16:creationId xmlns:a16="http://schemas.microsoft.com/office/drawing/2014/main" id="{B7052229-A286-4D35-5913-EA4552373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Straight Connector 232">
                  <a:extLst>
                    <a:ext uri="{FF2B5EF4-FFF2-40B4-BE49-F238E27FC236}">
                      <a16:creationId xmlns:a16="http://schemas.microsoft.com/office/drawing/2014/main" id="{D8DDFF32-A311-1720-D26D-456F27626D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BC5D860E-04C9-2F45-9422-D353233DF0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86ABAB2F-E088-4B1E-6410-3F1704AA86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7B7756CC-B26F-EBF4-42A6-0496DD163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BB0F1099-7454-35C4-CEE4-51D9EC8773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C8C5A91C-FBD8-CB7A-0D84-44E30834D3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140F39F1-D509-1278-B4DD-71FD37EF11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54467E24-C982-BEFA-3D13-411AC1B7DE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Connector 240">
                  <a:extLst>
                    <a:ext uri="{FF2B5EF4-FFF2-40B4-BE49-F238E27FC236}">
                      <a16:creationId xmlns:a16="http://schemas.microsoft.com/office/drawing/2014/main" id="{01D16D60-8FFA-1363-6C7F-DD77B57C83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Straight Connector 241">
                  <a:extLst>
                    <a:ext uri="{FF2B5EF4-FFF2-40B4-BE49-F238E27FC236}">
                      <a16:creationId xmlns:a16="http://schemas.microsoft.com/office/drawing/2014/main" id="{4B8BC28D-C136-B952-8259-A953D33E5B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0" name="Group 199">
                <a:extLst>
                  <a:ext uri="{FF2B5EF4-FFF2-40B4-BE49-F238E27FC236}">
                    <a16:creationId xmlns:a16="http://schemas.microsoft.com/office/drawing/2014/main" id="{680C13BC-519A-BE2B-78B5-9C4DBC630A2B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6293BFEF-8557-B88E-CF78-5772A31D20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E24D3468-49C7-22AC-7C88-FBDE64558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2759DC04-3B89-A409-874B-6DD2FCA2B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BCA46647-6C15-9187-FA40-AB78707483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Straight Connector 204">
                  <a:extLst>
                    <a:ext uri="{FF2B5EF4-FFF2-40B4-BE49-F238E27FC236}">
                      <a16:creationId xmlns:a16="http://schemas.microsoft.com/office/drawing/2014/main" id="{5AEB97EE-460D-9483-1458-91550A9C79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Straight Connector 205">
                  <a:extLst>
                    <a:ext uri="{FF2B5EF4-FFF2-40B4-BE49-F238E27FC236}">
                      <a16:creationId xmlns:a16="http://schemas.microsoft.com/office/drawing/2014/main" id="{98988646-A45D-1662-E760-C5E9E38085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AD749DB6-C784-F28D-B770-145D06D3F5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9003CD92-879C-FFD6-B849-FF06159D00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B0A87079-8899-6584-B5C3-76CC44FC7F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>
                  <a:extLst>
                    <a:ext uri="{FF2B5EF4-FFF2-40B4-BE49-F238E27FC236}">
                      <a16:creationId xmlns:a16="http://schemas.microsoft.com/office/drawing/2014/main" id="{21084D0E-5880-691C-5DEE-B1EC64A4DC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40DCC219-B008-5902-C414-91DF559F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4C1F4225-8406-9340-DC8F-66048B0AE5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30FACF4E-70BB-5BDC-E6E3-70BCD1271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70ED07D8-264D-537E-2ADD-CC744534D1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52FA2405-AE7D-5633-F695-B50D7DD4B3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52BCFAF-D5CB-D2CE-3AC5-0C3A22B4F6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710DE191-9FDC-9FFF-205A-752639AF7B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AE37F1A4-5373-1AB0-A086-911FA9DD5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295CF6FA-A098-6D22-585A-F2B278CB13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E25176FB-122E-4FBC-AA89-1DE6608BAA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Straight Connector 220">
                  <a:extLst>
                    <a:ext uri="{FF2B5EF4-FFF2-40B4-BE49-F238E27FC236}">
                      <a16:creationId xmlns:a16="http://schemas.microsoft.com/office/drawing/2014/main" id="{F862DBE7-6BDE-6A4E-C3F4-5D6E9BEDD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41ADD75-891B-1D2E-C739-B5CC7EE86219}"/>
              </a:ext>
            </a:extLst>
          </p:cNvPr>
          <p:cNvGrpSpPr/>
          <p:nvPr/>
        </p:nvGrpSpPr>
        <p:grpSpPr>
          <a:xfrm rot="5400000">
            <a:off x="954416" y="1581628"/>
            <a:ext cx="4080510" cy="4080510"/>
            <a:chOff x="720090" y="1428750"/>
            <a:chExt cx="4789172" cy="475488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6F18B158-4B04-576E-C1FB-ED07EDC94150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275ACEC6-2E94-E891-F979-8ECA94B410AC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E04189FF-733D-7C5C-73C0-3CF2E3DE60C5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05B672AA-C033-FC72-CD76-E187D8D2FF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EB2E2288-5BAC-0213-B8FF-3910A5DC2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3F8DB7C5-7228-C715-D600-E989DDFD4A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8F8F92DB-5C50-F00F-5850-1769D5C3E6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BC29B412-E35B-C223-D101-41AED34099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4FB2F062-8E8D-93AA-F68F-E4ABAFDAD2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F3D54ADB-EECD-E844-A77D-F0327954C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DC4FAB0F-90A5-8E47-C85A-E558A9DE84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213925F-7BC0-E83F-C4F9-3ED4E152C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E03A92C2-0F8F-75E8-AD26-E841F5C411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019017B1-B5F2-9A02-A891-C0E48313E6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A5041460-34CA-4C29-5E60-4386F058D6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8F2E846F-1E04-D83C-CFFB-D3715310F0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1D7B5E11-4464-A846-E30C-3E6A3E0D65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9314CF41-15E8-F07D-8814-F651E6AFEB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8B74C8AD-A10A-CD3A-CD21-6D2AAF0777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48D248D9-93BD-C03C-2E53-8519E23E2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4BC585EF-DF73-9539-49C4-083291D430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05AAE47F-D165-9D61-69AE-1C460FA18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F34AC4B5-34CC-B057-56CD-C3A2B3CAFA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BE2C689A-3ACB-3447-1C47-6DA61E4715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843AE19-0CC7-AB98-921A-27191E9D5BA2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C5654BD1-0F9E-1856-09DD-6EEE4B609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97488E99-AA35-2310-B1E8-279DB88DBE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204559CC-22DA-776C-2AA6-DC460FD538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7F842ECB-5CE2-B792-CB28-F627388ED7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DAE18CF0-4270-FA0E-2694-3DAAE509A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BB45789C-C61D-61B0-240A-10588E3EA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18D6DA00-67EB-64A2-9AC4-9A908A831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DCE7037B-89F0-F6D6-9872-A7FD480CB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E5B8E756-BC46-0A9F-C92A-1D8321695C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50906F6C-894C-21A9-EC03-7ACDC558C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CF54C98D-6619-8122-3F8A-A4CC4BD24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B04E0EC2-215B-D6E7-FA47-A7B616159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2574CFF5-C5B6-0F09-55CC-146DF98BD2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94BFBA7C-2690-3476-EEEE-003F87DF9D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B930696C-FE9A-210E-276C-BFCD85E9C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75E5D12C-D3B8-D136-1C54-67E2420FB7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BA05CF16-9941-A42F-18CB-91E1C6F4A6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3A89D662-753B-E201-650A-5D77B1106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1D705698-21D8-94D7-7553-4889961DBF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6C1A1DE9-6EB8-5EE1-358A-D2754A7CE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CE00BD7E-F318-DC4D-EF54-D4E4467B8F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E780D7BB-FC57-D731-0A5B-E572E59872FC}"/>
              </a:ext>
            </a:extLst>
          </p:cNvPr>
          <p:cNvGrpSpPr/>
          <p:nvPr/>
        </p:nvGrpSpPr>
        <p:grpSpPr>
          <a:xfrm rot="5400000">
            <a:off x="480060" y="2091691"/>
            <a:ext cx="4080510" cy="4080510"/>
            <a:chOff x="720090" y="1428750"/>
            <a:chExt cx="4789172" cy="475488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3CC4EBE-8B3C-B00F-CC9A-F1097D959188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D79E509-8B9B-8F61-5CA4-CAD5FD9B1DEB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A53F5964-9003-38A0-438E-0229C96A7376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E1AF2E7-8C3C-0578-65D1-1BEB416B3C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8C6DD30B-70D8-5AFB-7127-5FA6154F5C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6BD9EBB-307E-9156-DB6D-0D79256A14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14071385-0AC0-C5E9-2877-D25DE789A0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69F6F2E2-83B5-CAA2-3600-F619A947A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9F5CC1D8-4B0A-EB0F-C33C-49753EC65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5F2253BD-E731-5090-CA15-9E00FE5C02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9B1656CA-7B19-F125-8F68-5E3EA461CD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186A775-2EFF-A57B-4599-2159111BBB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9B47631-0F15-FFBB-3ACA-E391C89297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4225BA7A-9DCA-748A-73B2-6F185C37CC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E528731F-B2FB-690B-90A5-47FC78AE4A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32FFBE8-3494-E6EA-6D21-E7F1AC9E2D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C0ADAA6-2042-1E27-CDC3-3C15840744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9292AAE-80D3-FC0D-9742-99E33E98B9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7F65548-899D-CAAA-764A-6574633DA6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024279-A5D8-417A-DDC6-4F6360EAF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2E69A80-F372-01AA-BFE7-F13782E7CF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2899C8-7E8F-6F9A-5EDF-6D18DC1FF3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6C5171D4-B931-6529-4541-20DF074DD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1DFCE6A-3836-1F19-8E17-D2E530208C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9D291279-C59F-D54F-FBCE-53711FED9F60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2712ACF-17B7-2863-3071-73E55BB2E8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929A7361-F158-2627-06E4-272B0223D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4FE348C0-193D-1E60-3C87-1CD4D32615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D3E85DAC-E8C5-D635-3C39-8BBBCC4324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2494252A-BD68-9E5C-2F8F-DC0EB2AB9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BA46B743-7E7C-C7F0-648E-4B4E08904B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40EA114-6D7C-F5FC-B860-4B1FCD971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99B5D85-8C15-70EE-60A5-18D1D48010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CFFB3BC9-2E7E-8ED4-8B6A-5FE4B7279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EC8156DC-815F-7261-4DCF-A731B7660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1DA1138-F5CC-B7E6-8C65-CF5687DA9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925949C-A6CE-96EE-C28C-7AB108C323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36B028B-B239-2E6D-E42F-A06506897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60385EE6-6D71-33D1-4D53-4E30BFBDD8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BCF9F46-263B-3057-09CA-1BB392CAB3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A3BC34B-F49B-6A78-A9D6-0AEAB83E65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A5A1865-33A7-C9CF-0172-7B7BB3ECF9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37E60229-04C4-5829-72E0-DFC85520A6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3403443E-4AD7-1875-DC86-20A80E0D9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DE4ABD8-5B49-5448-DBA3-C36FE3DDD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0800172-8F2B-C8B0-C87C-E1665EB0AF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394D2B0F-014A-8F93-D2AD-4CFB404FA715}"/>
              </a:ext>
            </a:extLst>
          </p:cNvPr>
          <p:cNvCxnSpPr>
            <a:cxnSpLocks/>
          </p:cNvCxnSpPr>
          <p:nvPr/>
        </p:nvCxnSpPr>
        <p:spPr>
          <a:xfrm>
            <a:off x="5955030" y="2937511"/>
            <a:ext cx="970238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E9439789-3A82-845F-5520-B4AD04B6B831}"/>
                  </a:ext>
                </a:extLst>
              </p:cNvPr>
              <p:cNvSpPr txBox="1"/>
              <p:nvPr/>
            </p:nvSpPr>
            <p:spPr>
              <a:xfrm>
                <a:off x="7009466" y="3755100"/>
                <a:ext cx="763349" cy="612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E9439789-3A82-845F-5520-B4AD04B6B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466" y="3755100"/>
                <a:ext cx="763349" cy="6127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0E0673CC-21D3-B1A3-AFF7-D6C7A8A7BD43}"/>
                  </a:ext>
                </a:extLst>
              </p:cNvPr>
              <p:cNvSpPr txBox="1"/>
              <p:nvPr/>
            </p:nvSpPr>
            <p:spPr>
              <a:xfrm>
                <a:off x="9069814" y="5061215"/>
                <a:ext cx="3418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0E0673CC-21D3-B1A3-AFF7-D6C7A8A7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814" y="5061215"/>
                <a:ext cx="34188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4FDD4B0E-256C-B211-992B-5535CEF9347A}"/>
              </a:ext>
            </a:extLst>
          </p:cNvPr>
          <p:cNvCxnSpPr>
            <a:cxnSpLocks/>
          </p:cNvCxnSpPr>
          <p:nvPr/>
        </p:nvCxnSpPr>
        <p:spPr>
          <a:xfrm>
            <a:off x="7794870" y="1237735"/>
            <a:ext cx="0" cy="3833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171BF48-11E1-A01C-5815-4020B65A261B}"/>
              </a:ext>
            </a:extLst>
          </p:cNvPr>
          <p:cNvCxnSpPr>
            <a:cxnSpLocks/>
          </p:cNvCxnSpPr>
          <p:nvPr/>
        </p:nvCxnSpPr>
        <p:spPr>
          <a:xfrm flipH="1">
            <a:off x="7772815" y="5071586"/>
            <a:ext cx="3855906" cy="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5FE0AF34-65D6-79E9-D770-E5AB90A2386E}"/>
              </a:ext>
            </a:extLst>
          </p:cNvPr>
          <p:cNvGrpSpPr/>
          <p:nvPr/>
        </p:nvGrpSpPr>
        <p:grpSpPr>
          <a:xfrm>
            <a:off x="8075524" y="1672039"/>
            <a:ext cx="2908409" cy="3077065"/>
            <a:chOff x="7898130" y="1885950"/>
            <a:chExt cx="3219450" cy="3406143"/>
          </a:xfrm>
        </p:grpSpPr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6E66ED55-0BA5-3542-8DE2-B58AF5F071CE}"/>
                </a:ext>
              </a:extLst>
            </p:cNvPr>
            <p:cNvSpPr/>
            <p:nvPr/>
          </p:nvSpPr>
          <p:spPr>
            <a:xfrm>
              <a:off x="7898130" y="1885950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Oval 250">
              <a:extLst>
                <a:ext uri="{FF2B5EF4-FFF2-40B4-BE49-F238E27FC236}">
                  <a16:creationId xmlns:a16="http://schemas.microsoft.com/office/drawing/2014/main" id="{697CC5B6-5BB1-21FD-27D2-2A5F7827B0B1}"/>
                </a:ext>
              </a:extLst>
            </p:cNvPr>
            <p:cNvSpPr/>
            <p:nvPr/>
          </p:nvSpPr>
          <p:spPr>
            <a:xfrm>
              <a:off x="8029892" y="2708910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Oval 251">
              <a:extLst>
                <a:ext uri="{FF2B5EF4-FFF2-40B4-BE49-F238E27FC236}">
                  <a16:creationId xmlns:a16="http://schemas.microsoft.com/office/drawing/2014/main" id="{ECCDD9B1-A01C-8012-E3F3-C04F9215D733}"/>
                </a:ext>
              </a:extLst>
            </p:cNvPr>
            <p:cNvSpPr/>
            <p:nvPr/>
          </p:nvSpPr>
          <p:spPr>
            <a:xfrm>
              <a:off x="8530590" y="2099311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F69003D9-8395-5345-FA4C-187D31094A8C}"/>
                </a:ext>
              </a:extLst>
            </p:cNvPr>
            <p:cNvSpPr/>
            <p:nvPr/>
          </p:nvSpPr>
          <p:spPr>
            <a:xfrm rot="1902122">
              <a:off x="8388032" y="2697480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Oval 253">
              <a:extLst>
                <a:ext uri="{FF2B5EF4-FFF2-40B4-BE49-F238E27FC236}">
                  <a16:creationId xmlns:a16="http://schemas.microsoft.com/office/drawing/2014/main" id="{7B1E0AB6-C689-6783-3049-1118944FB3D2}"/>
                </a:ext>
              </a:extLst>
            </p:cNvPr>
            <p:cNvSpPr/>
            <p:nvPr/>
          </p:nvSpPr>
          <p:spPr>
            <a:xfrm>
              <a:off x="8235632" y="3509010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Oval 254">
              <a:extLst>
                <a:ext uri="{FF2B5EF4-FFF2-40B4-BE49-F238E27FC236}">
                  <a16:creationId xmlns:a16="http://schemas.microsoft.com/office/drawing/2014/main" id="{B20D48C2-D47C-D6BB-7B14-A4D2AA3C6DFF}"/>
                </a:ext>
              </a:extLst>
            </p:cNvPr>
            <p:cNvSpPr/>
            <p:nvPr/>
          </p:nvSpPr>
          <p:spPr>
            <a:xfrm>
              <a:off x="8509952" y="3082290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Oval 255">
              <a:extLst>
                <a:ext uri="{FF2B5EF4-FFF2-40B4-BE49-F238E27FC236}">
                  <a16:creationId xmlns:a16="http://schemas.microsoft.com/office/drawing/2014/main" id="{53E0C59A-1EF6-C028-672E-79F1363192D7}"/>
                </a:ext>
              </a:extLst>
            </p:cNvPr>
            <p:cNvSpPr/>
            <p:nvPr/>
          </p:nvSpPr>
          <p:spPr>
            <a:xfrm>
              <a:off x="8307066" y="4072891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58DE2D9F-0766-DF92-F13F-A6C1F399DF7A}"/>
                </a:ext>
              </a:extLst>
            </p:cNvPr>
            <p:cNvSpPr/>
            <p:nvPr/>
          </p:nvSpPr>
          <p:spPr>
            <a:xfrm>
              <a:off x="8598535" y="3950971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BBDC0C49-6AF8-932C-AA2D-9655443F023A}"/>
                </a:ext>
              </a:extLst>
            </p:cNvPr>
            <p:cNvSpPr/>
            <p:nvPr/>
          </p:nvSpPr>
          <p:spPr>
            <a:xfrm>
              <a:off x="8352786" y="4362453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01D7DEEB-4A0C-A4A8-259A-24E97DA08900}"/>
                </a:ext>
              </a:extLst>
            </p:cNvPr>
            <p:cNvSpPr/>
            <p:nvPr/>
          </p:nvSpPr>
          <p:spPr>
            <a:xfrm>
              <a:off x="8766571" y="4362453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EC404FE2-2C78-A2CF-D936-4D3EEA097F88}"/>
                </a:ext>
              </a:extLst>
            </p:cNvPr>
            <p:cNvSpPr/>
            <p:nvPr/>
          </p:nvSpPr>
          <p:spPr>
            <a:xfrm>
              <a:off x="9280525" y="3729991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Oval 260">
              <a:extLst>
                <a:ext uri="{FF2B5EF4-FFF2-40B4-BE49-F238E27FC236}">
                  <a16:creationId xmlns:a16="http://schemas.microsoft.com/office/drawing/2014/main" id="{C98B7054-8FDB-A56A-3B49-3470EE2C181C}"/>
                </a:ext>
              </a:extLst>
            </p:cNvPr>
            <p:cNvSpPr/>
            <p:nvPr/>
          </p:nvSpPr>
          <p:spPr>
            <a:xfrm>
              <a:off x="9558655" y="4162904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Oval 261">
              <a:extLst>
                <a:ext uri="{FF2B5EF4-FFF2-40B4-BE49-F238E27FC236}">
                  <a16:creationId xmlns:a16="http://schemas.microsoft.com/office/drawing/2014/main" id="{D7F32B22-30CC-33B4-CA18-B306A6ED06CB}"/>
                </a:ext>
              </a:extLst>
            </p:cNvPr>
            <p:cNvSpPr/>
            <p:nvPr/>
          </p:nvSpPr>
          <p:spPr>
            <a:xfrm>
              <a:off x="9257665" y="4499611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E5188646-5577-4532-EB4F-29B1B7D18C84}"/>
                </a:ext>
              </a:extLst>
            </p:cNvPr>
            <p:cNvSpPr/>
            <p:nvPr/>
          </p:nvSpPr>
          <p:spPr>
            <a:xfrm>
              <a:off x="9897745" y="4718687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5AAF63C0-8A68-C7C4-3B7F-7A129E78BB9F}"/>
                </a:ext>
              </a:extLst>
            </p:cNvPr>
            <p:cNvSpPr/>
            <p:nvPr/>
          </p:nvSpPr>
          <p:spPr>
            <a:xfrm>
              <a:off x="9257665" y="5153027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79B9756F-AFD1-999F-5F86-26D8B8352CCF}"/>
                </a:ext>
              </a:extLst>
            </p:cNvPr>
            <p:cNvSpPr/>
            <p:nvPr/>
          </p:nvSpPr>
          <p:spPr>
            <a:xfrm>
              <a:off x="9711055" y="5246373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F97DB74B-32CB-52B3-669D-B93F9E8CFCCB}"/>
                </a:ext>
              </a:extLst>
            </p:cNvPr>
            <p:cNvSpPr/>
            <p:nvPr/>
          </p:nvSpPr>
          <p:spPr>
            <a:xfrm>
              <a:off x="10484485" y="5046344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436D9A83-B423-4D5D-D64A-55CC695AEB37}"/>
                </a:ext>
              </a:extLst>
            </p:cNvPr>
            <p:cNvSpPr/>
            <p:nvPr/>
          </p:nvSpPr>
          <p:spPr>
            <a:xfrm>
              <a:off x="11071860" y="4478657"/>
              <a:ext cx="45720" cy="4572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71" name="Freeform 270">
            <a:extLst>
              <a:ext uri="{FF2B5EF4-FFF2-40B4-BE49-F238E27FC236}">
                <a16:creationId xmlns:a16="http://schemas.microsoft.com/office/drawing/2014/main" id="{3DDFBC14-B0F4-4FE3-F064-0C54100E240D}"/>
              </a:ext>
            </a:extLst>
          </p:cNvPr>
          <p:cNvSpPr/>
          <p:nvPr/>
        </p:nvSpPr>
        <p:spPr>
          <a:xfrm>
            <a:off x="7803853" y="1343606"/>
            <a:ext cx="3731792" cy="3180711"/>
          </a:xfrm>
          <a:custGeom>
            <a:avLst/>
            <a:gdLst>
              <a:gd name="csX0" fmla="*/ 0 w 3714750"/>
              <a:gd name="csY0" fmla="*/ 0 h 3006090"/>
              <a:gd name="csX1" fmla="*/ 1131570 w 3714750"/>
              <a:gd name="csY1" fmla="*/ 2423160 h 3006090"/>
              <a:gd name="csX2" fmla="*/ 3714750 w 3714750"/>
              <a:gd name="csY2" fmla="*/ 3006090 h 30060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14750" h="3006090">
                <a:moveTo>
                  <a:pt x="0" y="0"/>
                </a:moveTo>
                <a:cubicBezTo>
                  <a:pt x="256222" y="961072"/>
                  <a:pt x="512445" y="1922145"/>
                  <a:pt x="1131570" y="2423160"/>
                </a:cubicBezTo>
                <a:cubicBezTo>
                  <a:pt x="1750695" y="2924175"/>
                  <a:pt x="2732722" y="2965132"/>
                  <a:pt x="3714750" y="3006090"/>
                </a:cubicBezTo>
              </a:path>
            </a:pathLst>
          </a:cu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706A948A-B494-9201-831B-12C8940E5AD0}"/>
              </a:ext>
            </a:extLst>
          </p:cNvPr>
          <p:cNvCxnSpPr>
            <a:cxnSpLocks/>
          </p:cNvCxnSpPr>
          <p:nvPr/>
        </p:nvCxnSpPr>
        <p:spPr>
          <a:xfrm>
            <a:off x="7794869" y="4113412"/>
            <a:ext cx="1445889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FEC1195-2D43-3B08-A251-83A41FC3F0B5}"/>
              </a:ext>
            </a:extLst>
          </p:cNvPr>
          <p:cNvCxnSpPr>
            <a:cxnSpLocks/>
          </p:cNvCxnSpPr>
          <p:nvPr/>
        </p:nvCxnSpPr>
        <p:spPr>
          <a:xfrm>
            <a:off x="9240758" y="4153359"/>
            <a:ext cx="0" cy="918227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CBB1A3D-7D7C-3760-A0C4-0E60CEA27F86}"/>
              </a:ext>
            </a:extLst>
          </p:cNvPr>
          <p:cNvCxnSpPr>
            <a:cxnSpLocks/>
          </p:cNvCxnSpPr>
          <p:nvPr/>
        </p:nvCxnSpPr>
        <p:spPr>
          <a:xfrm>
            <a:off x="7812833" y="4574585"/>
            <a:ext cx="3770358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41A6C9DA-3570-9FCE-CF67-28CABE906659}"/>
                  </a:ext>
                </a:extLst>
              </p:cNvPr>
              <p:cNvSpPr txBox="1"/>
              <p:nvPr/>
            </p:nvSpPr>
            <p:spPr>
              <a:xfrm>
                <a:off x="7175218" y="4343530"/>
                <a:ext cx="628634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𝑖𝑛𝑓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41A6C9DA-3570-9FCE-CF67-28CABE906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218" y="4343530"/>
                <a:ext cx="628634" cy="391582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8" name="TextBox 287">
            <a:extLst>
              <a:ext uri="{FF2B5EF4-FFF2-40B4-BE49-F238E27FC236}">
                <a16:creationId xmlns:a16="http://schemas.microsoft.com/office/drawing/2014/main" id="{F8858F98-5320-2923-D56D-746689ADD483}"/>
              </a:ext>
            </a:extLst>
          </p:cNvPr>
          <p:cNvSpPr txBox="1"/>
          <p:nvPr/>
        </p:nvSpPr>
        <p:spPr>
          <a:xfrm>
            <a:off x="9582002" y="5079444"/>
            <a:ext cx="2001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Temporal baseline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40E74449-1968-9A3F-FF6E-0B2371450A30}"/>
              </a:ext>
            </a:extLst>
          </p:cNvPr>
          <p:cNvSpPr txBox="1"/>
          <p:nvPr/>
        </p:nvSpPr>
        <p:spPr>
          <a:xfrm rot="16200000">
            <a:off x="6866353" y="2127912"/>
            <a:ext cx="1285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Coherence</a:t>
            </a: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EB5795F9-5B00-8D24-4D21-4E3FF6B77C47}"/>
              </a:ext>
            </a:extLst>
          </p:cNvPr>
          <p:cNvSpPr/>
          <p:nvPr/>
        </p:nvSpPr>
        <p:spPr>
          <a:xfrm>
            <a:off x="2520315" y="2326704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8561C0EA-9B29-BF0F-A2A0-84C590FA1BCA}"/>
              </a:ext>
            </a:extLst>
          </p:cNvPr>
          <p:cNvSpPr/>
          <p:nvPr/>
        </p:nvSpPr>
        <p:spPr>
          <a:xfrm>
            <a:off x="3195704" y="1814302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935E13BB-3C17-C91E-A97D-AF0BCB9D2EB3}"/>
              </a:ext>
            </a:extLst>
          </p:cNvPr>
          <p:cNvSpPr/>
          <p:nvPr/>
        </p:nvSpPr>
        <p:spPr>
          <a:xfrm>
            <a:off x="3763740" y="1225080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80825495-F47D-159E-3544-864D1B333A8C}"/>
              </a:ext>
            </a:extLst>
          </p:cNvPr>
          <p:cNvSpPr txBox="1"/>
          <p:nvPr/>
        </p:nvSpPr>
        <p:spPr>
          <a:xfrm>
            <a:off x="1854432" y="6222144"/>
            <a:ext cx="3089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Coherence of interferogram 1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A520469-9310-6485-C9EC-B48ABFD5FFF3}"/>
              </a:ext>
            </a:extLst>
          </p:cNvPr>
          <p:cNvSpPr txBox="1"/>
          <p:nvPr/>
        </p:nvSpPr>
        <p:spPr>
          <a:xfrm>
            <a:off x="4631798" y="5712081"/>
            <a:ext cx="7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Intf</a:t>
            </a:r>
            <a:r>
              <a:rPr lang="en-US" dirty="0"/>
              <a:t>. 2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2BF99431-CB04-1B86-A7CA-D5F5FF9008C3}"/>
              </a:ext>
            </a:extLst>
          </p:cNvPr>
          <p:cNvSpPr txBox="1"/>
          <p:nvPr/>
        </p:nvSpPr>
        <p:spPr>
          <a:xfrm>
            <a:off x="5138635" y="5121531"/>
            <a:ext cx="7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Intf</a:t>
            </a:r>
            <a:r>
              <a:rPr lang="en-US" dirty="0"/>
              <a:t>.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5B970-E216-869F-1363-29AAEF73A0D9}"/>
                  </a:ext>
                </a:extLst>
              </p:cNvPr>
              <p:cNvSpPr txBox="1"/>
              <p:nvPr/>
            </p:nvSpPr>
            <p:spPr>
              <a:xfrm>
                <a:off x="7215616" y="1117865"/>
                <a:ext cx="6286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5B970-E216-869F-1363-29AAEF73A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616" y="1117865"/>
                <a:ext cx="628634" cy="369332"/>
              </a:xfrm>
              <a:prstGeom prst="rect">
                <a:avLst/>
              </a:prstGeom>
              <a:blipFill>
                <a:blip r:embed="rId6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4D2F6-5D24-8307-8EC4-2451E7985018}"/>
              </a:ext>
            </a:extLst>
          </p:cNvPr>
          <p:cNvCxnSpPr>
            <a:cxnSpLocks/>
          </p:cNvCxnSpPr>
          <p:nvPr/>
        </p:nvCxnSpPr>
        <p:spPr>
          <a:xfrm>
            <a:off x="9485777" y="4220480"/>
            <a:ext cx="0" cy="84821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71E1E8-52A7-AE80-9F2B-B8EF8732AC3A}"/>
              </a:ext>
            </a:extLst>
          </p:cNvPr>
          <p:cNvSpPr txBox="1"/>
          <p:nvPr/>
        </p:nvSpPr>
        <p:spPr>
          <a:xfrm>
            <a:off x="9442687" y="4723803"/>
            <a:ext cx="197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12-day coherence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F9E9AFB-D753-0788-3818-F40976380BE3}"/>
              </a:ext>
            </a:extLst>
          </p:cNvPr>
          <p:cNvCxnSpPr>
            <a:cxnSpLocks/>
          </p:cNvCxnSpPr>
          <p:nvPr/>
        </p:nvCxnSpPr>
        <p:spPr>
          <a:xfrm>
            <a:off x="7793287" y="4220480"/>
            <a:ext cx="17006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022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125CA-03B5-3F68-AC58-E5DDB818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3D1C2-2B72-35D4-9DEF-D778AB4F9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Idaho Region Map Stock Illustrations – 1,602 Idaho Region Map Stock  Illustrations, Vectors &amp; Clipart - Dreamstime">
            <a:extLst>
              <a:ext uri="{FF2B5EF4-FFF2-40B4-BE49-F238E27FC236}">
                <a16:creationId xmlns:a16="http://schemas.microsoft.com/office/drawing/2014/main" id="{0FE2241A-9970-A3CE-2AE6-98CAC2306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5700" y="0"/>
            <a:ext cx="48006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0E12221-C379-16F7-346F-D1A5149C30D8}"/>
              </a:ext>
            </a:extLst>
          </p:cNvPr>
          <p:cNvSpPr/>
          <p:nvPr/>
        </p:nvSpPr>
        <p:spPr>
          <a:xfrm>
            <a:off x="6400800" y="365125"/>
            <a:ext cx="1648918" cy="1733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EDF287-D60E-C6B2-7FBA-E4B3CC639D24}"/>
              </a:ext>
            </a:extLst>
          </p:cNvPr>
          <p:cNvSpPr/>
          <p:nvPr/>
        </p:nvSpPr>
        <p:spPr>
          <a:xfrm>
            <a:off x="6400800" y="1996360"/>
            <a:ext cx="1648918" cy="1733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61D56F-B742-8982-1311-B33E437E033F}"/>
              </a:ext>
            </a:extLst>
          </p:cNvPr>
          <p:cNvSpPr/>
          <p:nvPr/>
        </p:nvSpPr>
        <p:spPr>
          <a:xfrm rot="20258829">
            <a:off x="5110619" y="2863109"/>
            <a:ext cx="780790" cy="1733498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0D8CDD-DAC7-8F91-D552-299DBD78CBD8}"/>
              </a:ext>
            </a:extLst>
          </p:cNvPr>
          <p:cNvSpPr/>
          <p:nvPr/>
        </p:nvSpPr>
        <p:spPr>
          <a:xfrm>
            <a:off x="4382210" y="4497780"/>
            <a:ext cx="2119999" cy="991198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5-Point Star 7">
            <a:extLst>
              <a:ext uri="{FF2B5EF4-FFF2-40B4-BE49-F238E27FC236}">
                <a16:creationId xmlns:a16="http://schemas.microsoft.com/office/drawing/2014/main" id="{53FAE0BC-5CB7-F786-EE6D-07BB19230322}"/>
              </a:ext>
            </a:extLst>
          </p:cNvPr>
          <p:cNvSpPr/>
          <p:nvPr/>
        </p:nvSpPr>
        <p:spPr>
          <a:xfrm>
            <a:off x="4622430" y="5060515"/>
            <a:ext cx="300300" cy="263046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64EF7-848E-B1B7-C338-97BFB81D3AAB}"/>
              </a:ext>
            </a:extLst>
          </p:cNvPr>
          <p:cNvSpPr txBox="1"/>
          <p:nvPr/>
        </p:nvSpPr>
        <p:spPr>
          <a:xfrm>
            <a:off x="4622430" y="5323561"/>
            <a:ext cx="1118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Boise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BF736-9A7C-DB0F-CFD2-DAA22F616F04}"/>
              </a:ext>
            </a:extLst>
          </p:cNvPr>
          <p:cNvSpPr/>
          <p:nvPr/>
        </p:nvSpPr>
        <p:spPr>
          <a:xfrm rot="2873720">
            <a:off x="5038999" y="4920993"/>
            <a:ext cx="82222" cy="1490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36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p of land with a red rectangle and blue rectangle&#10;&#10;AI-generated content may be incorrect.">
            <a:extLst>
              <a:ext uri="{FF2B5EF4-FFF2-40B4-BE49-F238E27FC236}">
                <a16:creationId xmlns:a16="http://schemas.microsoft.com/office/drawing/2014/main" id="{A5308BFE-BC52-2729-B9EC-949ED80CA1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0261" y="0"/>
            <a:ext cx="9411478" cy="6870381"/>
          </a:xfrm>
        </p:spPr>
      </p:pic>
      <p:pic>
        <p:nvPicPr>
          <p:cNvPr id="7" name="Picture 6" descr="A map of idaho with yellow stars and red squares&#10;&#10;AI-generated content may be incorrect.">
            <a:extLst>
              <a:ext uri="{FF2B5EF4-FFF2-40B4-BE49-F238E27FC236}">
                <a16:creationId xmlns:a16="http://schemas.microsoft.com/office/drawing/2014/main" id="{BD693B91-33B3-5A0F-96D4-767744556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783" y="3036030"/>
            <a:ext cx="1903546" cy="295639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3330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2535</TotalTime>
  <Words>36</Words>
  <Application>Microsoft Macintosh PowerPoint</Application>
  <PresentationFormat>Widescreen</PresentationFormat>
  <Paragraphs>17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Lober</dc:creator>
  <cp:lastModifiedBy>Julia Lober</cp:lastModifiedBy>
  <cp:revision>7</cp:revision>
  <dcterms:created xsi:type="dcterms:W3CDTF">2025-12-10T00:15:55Z</dcterms:created>
  <dcterms:modified xsi:type="dcterms:W3CDTF">2026-04-08T14:57:49Z</dcterms:modified>
</cp:coreProperties>
</file>