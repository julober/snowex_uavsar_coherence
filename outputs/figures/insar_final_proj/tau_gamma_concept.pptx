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BD9A5-7308-E243-963C-A50DE6B9F0B6}" v="43" dt="2025-12-11T17:47:25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/>
    <p:restoredTop sz="94648"/>
  </p:normalViewPr>
  <p:slideViewPr>
    <p:cSldViewPr snapToGrid="0">
      <p:cViewPr>
        <p:scale>
          <a:sx n="61" d="100"/>
          <a:sy n="61" d="100"/>
        </p:scale>
        <p:origin x="1176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Lober" userId="ff81a6c5-8a3c-409e-8169-f2bf6af6a88d" providerId="ADAL" clId="{FFB91BD3-6C4B-569F-A3C4-1B2517482AB3}"/>
    <pc:docChg chg="custSel addSld modSld">
      <pc:chgData name="Julia Lober" userId="ff81a6c5-8a3c-409e-8169-f2bf6af6a88d" providerId="ADAL" clId="{FFB91BD3-6C4B-569F-A3C4-1B2517482AB3}" dt="2025-12-11T17:48:27.763" v="90" actId="1076"/>
      <pc:docMkLst>
        <pc:docMk/>
      </pc:docMkLst>
      <pc:sldChg chg="addSp modSp new mod">
        <pc:chgData name="Julia Lober" userId="ff81a6c5-8a3c-409e-8169-f2bf6af6a88d" providerId="ADAL" clId="{FFB91BD3-6C4B-569F-A3C4-1B2517482AB3}" dt="2025-12-11T17:46:33.497" v="66" actId="1076"/>
        <pc:sldMkLst>
          <pc:docMk/>
          <pc:sldMk cId="295236159" sldId="258"/>
        </pc:sldMkLst>
        <pc:spChg chg="add mod">
          <ac:chgData name="Julia Lober" userId="ff81a6c5-8a3c-409e-8169-f2bf6af6a88d" providerId="ADAL" clId="{FFB91BD3-6C4B-569F-A3C4-1B2517482AB3}" dt="2025-12-11T17:43:37.892" v="4" actId="208"/>
          <ac:spMkLst>
            <pc:docMk/>
            <pc:sldMk cId="295236159" sldId="258"/>
            <ac:spMk id="4" creationId="{10E12221-C379-16F7-346F-D1A5149C30D8}"/>
          </ac:spMkLst>
        </pc:spChg>
        <pc:spChg chg="add mod">
          <ac:chgData name="Julia Lober" userId="ff81a6c5-8a3c-409e-8169-f2bf6af6a88d" providerId="ADAL" clId="{FFB91BD3-6C4B-569F-A3C4-1B2517482AB3}" dt="2025-12-11T17:43:43.649" v="6" actId="1076"/>
          <ac:spMkLst>
            <pc:docMk/>
            <pc:sldMk cId="295236159" sldId="258"/>
            <ac:spMk id="5" creationId="{5CEDF287-D60E-C6B2-7FBA-E4B3CC639D24}"/>
          </ac:spMkLst>
        </pc:spChg>
        <pc:spChg chg="add mod">
          <ac:chgData name="Julia Lober" userId="ff81a6c5-8a3c-409e-8169-f2bf6af6a88d" providerId="ADAL" clId="{FFB91BD3-6C4B-569F-A3C4-1B2517482AB3}" dt="2025-12-11T17:44:09.647" v="14" actId="2085"/>
          <ac:spMkLst>
            <pc:docMk/>
            <pc:sldMk cId="295236159" sldId="258"/>
            <ac:spMk id="6" creationId="{5B61D56F-B742-8982-1311-B33E437E033F}"/>
          </ac:spMkLst>
        </pc:spChg>
        <pc:spChg chg="add mod">
          <ac:chgData name="Julia Lober" userId="ff81a6c5-8a3c-409e-8169-f2bf6af6a88d" providerId="ADAL" clId="{FFB91BD3-6C4B-569F-A3C4-1B2517482AB3}" dt="2025-12-11T17:46:27.207" v="65" actId="1076"/>
          <ac:spMkLst>
            <pc:docMk/>
            <pc:sldMk cId="295236159" sldId="258"/>
            <ac:spMk id="7" creationId="{330D8CDD-DAC7-8F91-D552-299DBD78CBD8}"/>
          </ac:spMkLst>
        </pc:spChg>
        <pc:spChg chg="add mod">
          <ac:chgData name="Julia Lober" userId="ff81a6c5-8a3c-409e-8169-f2bf6af6a88d" providerId="ADAL" clId="{FFB91BD3-6C4B-569F-A3C4-1B2517482AB3}" dt="2025-12-11T17:45:07.359" v="30" actId="207"/>
          <ac:spMkLst>
            <pc:docMk/>
            <pc:sldMk cId="295236159" sldId="258"/>
            <ac:spMk id="8" creationId="{53FAE0BC-5CB7-F786-EE6D-07BB19230322}"/>
          </ac:spMkLst>
        </pc:spChg>
        <pc:spChg chg="add mod">
          <ac:chgData name="Julia Lober" userId="ff81a6c5-8a3c-409e-8169-f2bf6af6a88d" providerId="ADAL" clId="{FFB91BD3-6C4B-569F-A3C4-1B2517482AB3}" dt="2025-12-11T17:45:43.832" v="56" actId="14100"/>
          <ac:spMkLst>
            <pc:docMk/>
            <pc:sldMk cId="295236159" sldId="258"/>
            <ac:spMk id="9" creationId="{F1A64EF7-848E-B1B7-C338-97BFB81D3AAB}"/>
          </ac:spMkLst>
        </pc:spChg>
        <pc:spChg chg="add mod">
          <ac:chgData name="Julia Lober" userId="ff81a6c5-8a3c-409e-8169-f2bf6af6a88d" providerId="ADAL" clId="{FFB91BD3-6C4B-569F-A3C4-1B2517482AB3}" dt="2025-12-11T17:46:33.497" v="66" actId="1076"/>
          <ac:spMkLst>
            <pc:docMk/>
            <pc:sldMk cId="295236159" sldId="258"/>
            <ac:spMk id="10" creationId="{ADBBF736-9A7C-DB0F-CFD2-DAA22F616F04}"/>
          </ac:spMkLst>
        </pc:spChg>
        <pc:picChg chg="add">
          <ac:chgData name="Julia Lober" userId="ff81a6c5-8a3c-409e-8169-f2bf6af6a88d" providerId="ADAL" clId="{FFB91BD3-6C4B-569F-A3C4-1B2517482AB3}" dt="2025-12-11T17:42:39.455" v="1"/>
          <ac:picMkLst>
            <pc:docMk/>
            <pc:sldMk cId="295236159" sldId="258"/>
            <ac:picMk id="1026" creationId="{0FE2241A-9970-A3CE-2AE6-98CAC230653D}"/>
          </ac:picMkLst>
        </pc:picChg>
      </pc:sldChg>
      <pc:sldChg chg="addSp delSp modSp new mod">
        <pc:chgData name="Julia Lober" userId="ff81a6c5-8a3c-409e-8169-f2bf6af6a88d" providerId="ADAL" clId="{FFB91BD3-6C4B-569F-A3C4-1B2517482AB3}" dt="2025-12-11T17:48:27.763" v="90" actId="1076"/>
        <pc:sldMkLst>
          <pc:docMk/>
          <pc:sldMk cId="3303330227" sldId="259"/>
        </pc:sldMkLst>
        <pc:spChg chg="del">
          <ac:chgData name="Julia Lober" userId="ff81a6c5-8a3c-409e-8169-f2bf6af6a88d" providerId="ADAL" clId="{FFB91BD3-6C4B-569F-A3C4-1B2517482AB3}" dt="2025-12-11T17:47:00.443" v="69" actId="478"/>
          <ac:spMkLst>
            <pc:docMk/>
            <pc:sldMk cId="3303330227" sldId="259"/>
            <ac:spMk id="2" creationId="{FD510B8C-CBC0-046D-2294-1BF44D13E333}"/>
          </ac:spMkLst>
        </pc:spChg>
        <pc:spChg chg="del">
          <ac:chgData name="Julia Lober" userId="ff81a6c5-8a3c-409e-8169-f2bf6af6a88d" providerId="ADAL" clId="{FFB91BD3-6C4B-569F-A3C4-1B2517482AB3}" dt="2025-12-11T17:46:57.729" v="68" actId="931"/>
          <ac:spMkLst>
            <pc:docMk/>
            <pc:sldMk cId="3303330227" sldId="259"/>
            <ac:spMk id="3" creationId="{4EECD4A8-4254-2560-47B3-5B9E7FCCB29D}"/>
          </ac:spMkLst>
        </pc:spChg>
        <pc:picChg chg="add mod">
          <ac:chgData name="Julia Lober" userId="ff81a6c5-8a3c-409e-8169-f2bf6af6a88d" providerId="ADAL" clId="{FFB91BD3-6C4B-569F-A3C4-1B2517482AB3}" dt="2025-12-11T17:47:16.032" v="75" actId="1076"/>
          <ac:picMkLst>
            <pc:docMk/>
            <pc:sldMk cId="3303330227" sldId="259"/>
            <ac:picMk id="5" creationId="{A5308BFE-BC52-2729-B9EC-949ED80CA110}"/>
          </ac:picMkLst>
        </pc:picChg>
        <pc:picChg chg="add mod">
          <ac:chgData name="Julia Lober" userId="ff81a6c5-8a3c-409e-8169-f2bf6af6a88d" providerId="ADAL" clId="{FFB91BD3-6C4B-569F-A3C4-1B2517482AB3}" dt="2025-12-11T17:48:27.763" v="90" actId="1076"/>
          <ac:picMkLst>
            <pc:docMk/>
            <pc:sldMk cId="3303330227" sldId="259"/>
            <ac:picMk id="7" creationId="{BD693B91-33B3-5A0F-96D4-7677445569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9EE68-791D-8A4D-A6F4-910844E13EE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DAE21-C8A1-7E47-B201-BF7EBCCD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8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AE21-C8A1-7E47-B201-BF7EBCCD15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7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3CFC-AECB-37DB-192E-BDAD20CC6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A6801-F486-0CF8-9F39-781BD74C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082C4-7CBB-7FBA-7194-89DA3473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92B3-AE93-8E3A-78F7-91245D91C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70B0-A4B8-14A2-DFC7-EECFDBD0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3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BED2-9503-7B82-6EFB-12906310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EFBC-ABF0-411F-227C-39C1B6582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D161B-0E36-B9C4-90E6-2A3A4D30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35D1-0756-B883-D5E1-0F94254C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D9F2B-3436-8920-0B15-EAAD74D2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7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D2E5-256F-4BB9-51CB-2CF4B9ED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C9909-62B4-8DFB-3AD1-08D21E1BE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7AD3-F3AF-09F4-EA2A-C29E967B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4F25C-136D-7A9E-F296-95EA272E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85A8-7737-7864-B540-9D29E590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4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7C3E-48EB-F2BD-DAA1-6F330E34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46C6-FA76-3A1B-54FA-2062C8889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2EDAB-36E0-1036-92B2-1B1A2F238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B9762-9261-8BD9-797E-AA5F1063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A3762-8923-F2B8-8A00-CC46340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C1210-0088-12C1-AA5E-3A3DC9CF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5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C8C1-0B8C-5BBC-0CCC-FD0C48FA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AE203-F766-9B28-D08B-A28C35DE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C45AB-F1A6-02F0-CDC5-ADC6A3FAC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C9066-85DE-9524-A035-A1B5FE130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AFE86-AE8A-2853-F12F-7024DFA5B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B779E-47A8-9666-A716-0C4F89BA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E3962-2168-26EB-323F-08040047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5A633-19B4-F4E5-7EB3-2E56CE91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8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DB4A-0D10-1292-326B-A71EA021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7BBA8-A5C4-042B-4440-2A0AC25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2919A-13F3-2A42-162A-EC12234A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CAC1D-8D04-FA53-01C8-E0400D30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F9D0F-7A5E-8122-65EE-A79C738F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22879-5106-9358-2070-17961719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A15AB-2F75-EB5F-AAF2-01CCF6F1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0BE6-7777-AB55-6721-C24255C7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9A64-2A56-2F3C-E69E-6DE3FDB4A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0D4FB-144F-CF5D-5906-867989BD5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DCC96-743C-EB5F-D2B8-35C37132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E510-70B5-A134-1166-7EF2F8F2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9F879-96D9-0B23-5EFC-9FB6E4AB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1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4C53-1137-51A3-464F-C6491808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DB701-A607-7FE6-CF43-132C6FDCD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101BB-97FE-F8A6-C398-C0854FE0A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3B328-8568-DD54-19E2-3C14D5C3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89085-009F-A6AF-4971-E2CDF10F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A0908-F391-E96A-98E1-E3AE5361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3E4F-FADB-D46D-C959-BD20B0E1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0C482-8680-731D-7649-D7BB38753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9068D-0E40-4089-6649-73ED2DD2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2CE48-6017-D77F-C887-AEAF7971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7CDEE-DA91-D5DA-B9FD-7891EC5B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0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DD9E5-1309-0BC9-A937-B04F136D9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0534D-276E-DA0A-8917-9481C78E7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E42-2EC9-F190-4B7B-BB7E8DA9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DD6F-4FE7-DA8F-43A4-98EC539D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043C-DB27-870A-59DE-885BDDE3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5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CE310-EAC4-A5F2-C0A2-29ADBCB23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EBD6E-8B7E-BAB9-B771-21B53F39A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2C53F-4745-ED33-0546-671F7279A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A7020-6DD7-FC44-8619-9FCEA0CB2A5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2E42-C410-3C2D-F2AA-C871E800C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EED13-EF8E-41E5-182D-8BA61B3C2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D6A66-4A79-C64A-91AC-7D4D5E98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9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B24804F-04AC-FBFD-4DF3-E937095C9E21}"/>
              </a:ext>
            </a:extLst>
          </p:cNvPr>
          <p:cNvGrpSpPr/>
          <p:nvPr/>
        </p:nvGrpSpPr>
        <p:grpSpPr>
          <a:xfrm>
            <a:off x="1542425" y="748072"/>
            <a:ext cx="4770745" cy="4754880"/>
            <a:chOff x="647388" y="1605446"/>
            <a:chExt cx="4770745" cy="4754880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FB176A8-E1B8-C567-CDD0-6FB64ECA04C9}"/>
                </a:ext>
              </a:extLst>
            </p:cNvPr>
            <p:cNvSpPr/>
            <p:nvPr/>
          </p:nvSpPr>
          <p:spPr>
            <a:xfrm>
              <a:off x="647388" y="1605446"/>
              <a:ext cx="4754880" cy="47548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E4B2F5B-7D58-1312-724A-A6F9633DF312}"/>
                </a:ext>
              </a:extLst>
            </p:cNvPr>
            <p:cNvGrpSpPr/>
            <p:nvPr/>
          </p:nvGrpSpPr>
          <p:grpSpPr>
            <a:xfrm>
              <a:off x="647388" y="1605446"/>
              <a:ext cx="4770745" cy="4754880"/>
              <a:chOff x="2521908" y="1376846"/>
              <a:chExt cx="4770745" cy="475488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29967B2-2530-1E30-0CCB-601ECDECF664}"/>
                  </a:ext>
                </a:extLst>
              </p:cNvPr>
              <p:cNvGrpSpPr/>
              <p:nvPr/>
            </p:nvGrpSpPr>
            <p:grpSpPr>
              <a:xfrm>
                <a:off x="2521908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5AB67796-8122-4FE5-80E0-710CD26942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63D59D0A-8486-11ED-24A3-4F022BE787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82DF41F4-96B7-D840-7D09-86E89C74E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1E203997-A57F-8144-D89B-829B875ED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F0F801B4-D5D8-D972-0EA5-D98A4D66B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A9D03BE2-2F50-3EFB-9A06-1D9125977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5E90A59E-3C52-7E40-DA6B-005D8BCDD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DCE8663-F99F-ABF3-FA63-03D69DBF3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3A9B2428-4D11-5A3F-BDEC-A6CCE33C2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F622C488-D895-FEC7-4E5F-93407630E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B9673807-3E7F-8FFC-E33E-28F0122C30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B6C45176-BB8A-CFE2-DFDE-19DC206F2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EEEFA8F-C504-F431-BE5D-FBC250258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F6E76CE3-0254-1A96-800A-0935D0E09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881ED724-01D7-7618-0AE0-5132E15F10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39C8B599-0AD7-C1E0-0874-30D567E593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F0CE95FE-AF63-A496-D57C-1B29D7709C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1872BAFC-CF21-7BDD-FAA8-B9421DBCE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5B1FB4CE-D1CF-5298-5485-1D3FC55AA8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3997D01B-1206-5DD5-6E24-EFE24BE3C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1D5B951E-4027-267B-8A8C-2E06105432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9BEF7FE-EA95-3FD8-7A95-76CC58C1C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6A9A249-9893-619E-51FB-70046FA863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C12793BE-5E44-667E-3B28-57C0E28D1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878B05C2-1ECC-D315-B88D-E0A39E6F1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A645B6BF-150D-DFDF-E141-4AD340FB8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A16A1AA6-AC53-F5D2-784D-5EA3A7408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52FE0D51-FF5D-F799-4C1C-7990A7A16B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1B697FB3-E076-0647-2ED7-E4ED69C439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8D76E641-C6CF-841A-189D-431B6E6A3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1B92B6E-553A-AC21-59CA-09460589A24B}"/>
                  </a:ext>
                </a:extLst>
              </p:cNvPr>
              <p:cNvGrpSpPr/>
              <p:nvPr/>
            </p:nvGrpSpPr>
            <p:grpSpPr>
              <a:xfrm rot="5400000">
                <a:off x="2537773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0118AD3B-3F6E-F6D4-C8D2-3A8F419B1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9820F936-AFC4-73AB-EF19-3BAF65ADE7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EDBE57C9-0E02-3086-D48A-0DDDC7B4C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86C958E9-3964-F239-6697-B613F52BD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99588B73-8351-E23A-CE1F-C5049813D0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CA26D45A-1A01-C6FC-30DE-2288199DCB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34C2F8EA-C19D-974D-993F-0A2714F813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2E0F8FC7-6BB0-8C98-6304-7D264F381E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380925A0-AE74-E059-3CF2-6F7C288AD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DC1DAD7F-21C5-9D20-FCF3-92225D42E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1933FF5F-CEF8-9BA1-8284-9D38D3F3A4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10ED7844-905B-7108-D5C4-7B9516CE7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93ABE01B-26DC-BA99-4977-B98F41837D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BA96E292-5882-45CC-5FD0-6C00BF4386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351C7A47-A15C-FE15-001F-533086E1E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B0060A2E-14C5-4228-CE01-A76D19761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F54E8D3-1414-709B-2675-FE7D02C6D4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E820F981-6573-4AEB-B304-67250A560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268847DF-D6B6-23DA-D924-192B36B19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43959A56-1096-084C-B344-CCAD24418F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3A4DE2DD-1B76-C1E9-C355-20C95BFEF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695D1426-0EC1-28FD-6E0A-5FBE84BAF8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854A329A-E2A6-4704-A5DF-2783204F36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4CDA0090-88A5-3E52-A9D4-4FB35B9A3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2A903687-9C7D-806C-0EF2-63967664B0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DFB8068C-7725-077E-0186-4E9E104F6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83029B8A-2FAB-AD8B-808E-E8A85FB45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F478E73-21A9-87BA-7872-6146023CB2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A0E634C-4E98-FF4B-F197-1C864CB77F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95161ED3-9713-4089-7A4F-2193793800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96B27BA-6A54-E0B9-84DC-FFE3274A4D17}"/>
              </a:ext>
            </a:extLst>
          </p:cNvPr>
          <p:cNvGrpSpPr/>
          <p:nvPr/>
        </p:nvGrpSpPr>
        <p:grpSpPr>
          <a:xfrm rot="5400000">
            <a:off x="1147621" y="1168827"/>
            <a:ext cx="4770745" cy="4754880"/>
            <a:chOff x="647388" y="1605446"/>
            <a:chExt cx="4770745" cy="475488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37C1DB2-330D-87B4-C889-2E0A8C9C70BE}"/>
                </a:ext>
              </a:extLst>
            </p:cNvPr>
            <p:cNvSpPr/>
            <p:nvPr/>
          </p:nvSpPr>
          <p:spPr>
            <a:xfrm>
              <a:off x="647388" y="1605446"/>
              <a:ext cx="4754880" cy="47548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47167D6-D234-3BAA-27CC-12D4A89847AF}"/>
                </a:ext>
              </a:extLst>
            </p:cNvPr>
            <p:cNvGrpSpPr/>
            <p:nvPr/>
          </p:nvGrpSpPr>
          <p:grpSpPr>
            <a:xfrm>
              <a:off x="647388" y="1605446"/>
              <a:ext cx="4770745" cy="4754880"/>
              <a:chOff x="2521908" y="1376846"/>
              <a:chExt cx="4770745" cy="4754880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7C26FFF8-5B87-DA9B-97F2-DB9653D9CA75}"/>
                  </a:ext>
                </a:extLst>
              </p:cNvPr>
              <p:cNvGrpSpPr/>
              <p:nvPr/>
            </p:nvGrpSpPr>
            <p:grpSpPr>
              <a:xfrm>
                <a:off x="2521908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25B4BED8-ACF3-5DD5-6017-616277C09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7700C0A0-7E0D-18B6-32B4-AA2E65AFFE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0F329B22-9076-31CB-8107-BC64A9B33D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4FAFE79D-10C7-E5DF-49D4-7DD5EDEB37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47A541E1-4F00-F67F-3E5B-C940B4C35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2AA0987A-6461-A62D-5170-1E1AB623E3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8773FFBD-AF08-811E-E95B-ECC420426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87773ADD-51B9-FB22-7F5D-E1CC21CF12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5CFFF0DB-8B0B-BB43-ED44-B3A2B14F5A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6715854-68BA-65F1-3659-09E5A0913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079BA72C-CA58-5563-1CE1-3F604BDC8D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4A01FC81-466C-B540-7084-E0D788AFB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8C9DF144-3AF1-274D-D089-078031A971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FF78ACF5-9E9A-F2B0-34D8-500B3EC29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86AC070A-26FF-2091-8F98-66B40834BB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EB3E9BB1-FF48-B820-577F-3DEFE88E52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AF64DF73-CFAC-EE0E-7E3E-1EB81E31C5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209CB408-DC23-9522-49D5-84F48C44B8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4E07CAEA-D14D-A139-674A-25EEC05C2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DEC1CB10-32B6-AAC7-5B6C-614CA7C563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ED9BC6C7-0931-8846-34E5-338DE7C74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8EE2C490-8459-1B5E-6B41-C20E88A6AD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65271482-A36D-2AD4-EFA7-2AE69681C0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230D250D-CBBF-E3F0-4352-C63263BC80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220D39F8-E75F-3C72-50D5-DBCFE017CB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D12E613E-B043-991A-88DF-FA344D0296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970BC9CE-1796-39EB-A3DE-A1AE614412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695084C5-3615-0088-88D6-2D5CB46EC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87AEB56F-B457-991B-55AE-B40ECD94D8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C37A1308-0D45-A352-845F-227F9667B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B357E5C-F7C9-C123-26F1-3194E744A536}"/>
                  </a:ext>
                </a:extLst>
              </p:cNvPr>
              <p:cNvGrpSpPr/>
              <p:nvPr/>
            </p:nvGrpSpPr>
            <p:grpSpPr>
              <a:xfrm rot="5400000">
                <a:off x="2537773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406AEF92-A7C7-E1F7-96F0-7DABDAF55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BF585E5-B66F-CA71-56AC-E2C77021A3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18447DEF-DCD6-3602-8534-0C0207753F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0C0EFBC-7B7D-71A2-CD37-4D8BEC03F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DF03F254-3DB6-82B5-0C18-6FB9CA38FA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FB5EC10F-0AD0-FE81-ADAE-1BCEBE291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25E784D5-112C-BFD9-C2AE-62454D704F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89BA1245-E617-5BD4-E2AA-1E4B2C5EB4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0BCEC07-1550-184D-7090-87AD5D396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353B190-B4FF-B6EA-4E2C-BE3698BCE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44B7AE7-00A1-C14A-6D97-F29AEB7B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79594F66-107C-9D91-D033-F7B3CEFA3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EF989658-BFDD-ACFB-DE01-07710E9B61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D7E76A86-8A1A-B6E3-2562-72C0BA3FEE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BCCA5D50-9404-9C58-AB82-FC3CF7FEF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06F3B4A4-5A72-7CD1-6C54-3132CE84D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1D6C1048-64FE-2B0C-10AA-56970C5F68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24BA85ED-C260-56F7-6629-5F1779EE80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B3F12751-68A8-D0CE-7CB6-6AC9642C04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59A1CFB6-E57A-7D78-E68E-6D0B8BB61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5CC7D42D-A6A3-974E-2175-B10D668A73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7FB69BE-29EC-DB82-0682-3FABA1E3F5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EDD8C6C1-C834-FD02-FD14-1E388C2A73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370BA61-65F5-0D34-2496-9E63264260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399E5D76-5578-343C-4616-C3E226E64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F50250F4-1E2E-907A-4FD5-34255D2A4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3AFE745E-7EB5-36F1-D831-B839A52DE3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139F534B-149B-E0E2-9BA1-1D7E3D4CB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BC3B472-1A6E-7F98-3572-AE7D1FF56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BB1416E4-AB96-4E6A-FF31-4301D111AF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F5457B9-BAC6-D271-A0B2-B812EF9D2313}"/>
              </a:ext>
            </a:extLst>
          </p:cNvPr>
          <p:cNvGrpSpPr/>
          <p:nvPr/>
        </p:nvGrpSpPr>
        <p:grpSpPr>
          <a:xfrm>
            <a:off x="647388" y="1605446"/>
            <a:ext cx="4770745" cy="4754880"/>
            <a:chOff x="647388" y="1605446"/>
            <a:chExt cx="4770745" cy="475488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25129E3-61DF-9C22-2FBF-C1A28CE59617}"/>
                </a:ext>
              </a:extLst>
            </p:cNvPr>
            <p:cNvSpPr/>
            <p:nvPr/>
          </p:nvSpPr>
          <p:spPr>
            <a:xfrm>
              <a:off x="647388" y="1605446"/>
              <a:ext cx="4754880" cy="47548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9D401A5-33D4-63C8-9445-04DF4FBA6599}"/>
                </a:ext>
              </a:extLst>
            </p:cNvPr>
            <p:cNvGrpSpPr/>
            <p:nvPr/>
          </p:nvGrpSpPr>
          <p:grpSpPr>
            <a:xfrm>
              <a:off x="647388" y="1605446"/>
              <a:ext cx="4770745" cy="4754880"/>
              <a:chOff x="2521908" y="1376846"/>
              <a:chExt cx="4770745" cy="475488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885E14E-AABE-9710-2C8A-706B3650C7B7}"/>
                  </a:ext>
                </a:extLst>
              </p:cNvPr>
              <p:cNvGrpSpPr/>
              <p:nvPr/>
            </p:nvGrpSpPr>
            <p:grpSpPr>
              <a:xfrm>
                <a:off x="2521908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C68095E-B9D9-6E4E-6F2D-D6186BF1D1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003ACCA-1566-70FC-1522-DE3C364C5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D42B997-83E7-185B-7AE1-6E7F7EE42C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02372FC-53A3-14FD-8226-2B152EE3A2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91078AC8-FF0B-E435-F3F4-2B56DE402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535625C0-E48A-878C-E8CC-81959C69FD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095A15E-DCA3-E9B2-EC67-C3B3DCD86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2BC0FE33-457C-05C1-ACA5-69DA4E05DE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E42CA44-4FE5-0E42-D2B9-B5752C0BEB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DC6C8171-B978-5CD7-C524-ADA85F135A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C971F77-CB9E-046C-A499-FDA558207C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DAE04C9-47E2-ABCE-BD85-DD0664545D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97FD99-653F-712A-F3B7-F9AB83EBE5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9DE39DB-4FF0-84E4-2966-82EAD9C888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B489B2C-FF97-8670-C2AD-34A0BDDBE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3AFA7C-2769-84F5-090E-530B0E3C86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04AD232-2228-F5CA-B1F6-C253BCA5E8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E7030A-6D6D-F47A-434F-16873D1C35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D9C6203-D846-73B0-A42D-B909AB55A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12F0A11-A445-F8A5-245B-7EC85C467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85B418E-0331-30C5-E495-6D58BC12EE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7005EC9-82D1-B7C4-35C8-8E29A9DFA8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9A248D3-B213-96F9-DD4B-AD23F6AA0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65AA523B-8259-A6A3-B927-DFADC8A6B2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3E62909-6F04-F965-CF76-2FD6997759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4F62824-474F-30FC-4D3D-265C2506A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9E35B3C-7662-894E-DE08-A078D9857A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5D5571C-A368-0489-1406-0E34FB238F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7DEFD35-F859-22D4-D963-B333CBEDD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C4EE944-A188-B8CE-44C6-75BDD1F1F0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8570820-C3E3-600E-F0AE-262F10A6B55C}"/>
                  </a:ext>
                </a:extLst>
              </p:cNvPr>
              <p:cNvGrpSpPr/>
              <p:nvPr/>
            </p:nvGrpSpPr>
            <p:grpSpPr>
              <a:xfrm rot="5400000">
                <a:off x="2537773" y="1376846"/>
                <a:ext cx="4754880" cy="4754880"/>
                <a:chOff x="704538" y="1514006"/>
                <a:chExt cx="4754880" cy="4754880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DD45F5FC-8CA1-D1E1-038A-CBA9CF631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53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CDC0CEF-4303-57D6-B212-D505C00ECE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9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4638D136-7B41-2D15-7525-3BCB6D142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642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E2E1E44-E079-FC4F-A016-D2FA327D3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46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E4E9E45-8E91-B282-8FFD-7A59FBE5F1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038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9A87B0FA-100B-FBA1-D0C7-5099901B02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34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7D20B01-31AA-285D-DD8D-786C0B5ED5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830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212A913-D9F5-810D-E20B-BC937F05D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6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045F99CC-0A81-463A-A224-59BD1D550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22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D0CEB95-925B-D8B3-3F94-BBF19FDFF0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018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171F7BC-003D-D077-FCF4-8895824BC7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414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5F0DBB1-75FE-BDFD-A745-BCDA4BC224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810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4F1A8B5-7026-12CC-6357-84B5255B72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207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DDC7C978-A24B-E3F1-CDC9-645FCAB4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603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19F2193-7569-5E72-860E-15B2760DC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999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BBD10B9-C037-33E9-442F-0187AD426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395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84B4C084-8804-5A20-8DA6-22F1374883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791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F4DD8BB2-63C3-25A8-A7D2-6B0B131FB5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87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BE559C45-6DD3-8521-093D-604B58A84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583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563D6E1B-1311-0078-65A1-D819EA2C57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9797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1C14174F-3052-B08C-B6F9-2E6A767C5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375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9C478FDD-1E68-5265-7DBB-CDF57E9B7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7719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781D6CE-C999-E1A6-29EF-BA1857DE74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680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6D601435-625D-9216-DE26-98FCAD2717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5641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D7485A4-DCD4-73DE-385F-64F36088F2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02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1952D057-77C4-E812-F0AC-4A85EA646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3563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AADDF447-1846-9906-3E30-01B13A228B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7524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0EF1C051-A014-7E73-EAC3-23B5220D25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1485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3301470-03B2-A9C2-A259-D060675D58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446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BF41173C-0C72-DFB5-D6C1-239AE05166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9418" y="1514006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17572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95">
            <a:extLst>
              <a:ext uri="{FF2B5EF4-FFF2-40B4-BE49-F238E27FC236}">
                <a16:creationId xmlns:a16="http://schemas.microsoft.com/office/drawing/2014/main" id="{626453D2-FEFF-FBF1-0817-537ED845F788}"/>
              </a:ext>
            </a:extLst>
          </p:cNvPr>
          <p:cNvGrpSpPr/>
          <p:nvPr/>
        </p:nvGrpSpPr>
        <p:grpSpPr>
          <a:xfrm rot="5400000">
            <a:off x="1518296" y="991078"/>
            <a:ext cx="4080510" cy="4080510"/>
            <a:chOff x="720090" y="1428750"/>
            <a:chExt cx="4789172" cy="4754880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A5DA0A2-3243-9F26-272D-8565E16AF6E5}"/>
                </a:ext>
              </a:extLst>
            </p:cNvPr>
            <p:cNvSpPr/>
            <p:nvPr/>
          </p:nvSpPr>
          <p:spPr>
            <a:xfrm>
              <a:off x="720090" y="1428750"/>
              <a:ext cx="4754880" cy="4754880"/>
            </a:xfrm>
            <a:prstGeom prst="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F02489EA-4F0A-B1C4-0901-EDC4B94DC17A}"/>
                </a:ext>
              </a:extLst>
            </p:cNvPr>
            <p:cNvGrpSpPr/>
            <p:nvPr/>
          </p:nvGrpSpPr>
          <p:grpSpPr>
            <a:xfrm>
              <a:off x="754381" y="1428750"/>
              <a:ext cx="4754881" cy="4754880"/>
              <a:chOff x="720089" y="1428750"/>
              <a:chExt cx="4754881" cy="4754880"/>
            </a:xfrm>
          </p:grpSpPr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2C58BC9B-7145-3202-D2C2-6CDA296CFF41}"/>
                  </a:ext>
                </a:extLst>
              </p:cNvPr>
              <p:cNvGrpSpPr/>
              <p:nvPr/>
            </p:nvGrpSpPr>
            <p:grpSpPr>
              <a:xfrm>
                <a:off x="720090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B8843DCF-546D-67F3-34C1-A4775B127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004B68E1-52A6-A802-B989-C28602656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2B0B5802-B17C-8B7D-7525-25B440D0D5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674944A1-4976-88BB-7DA5-5F1D5F240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D0BB9CFF-DF1C-9AD5-5FF0-F4C86AE7D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36A6CED6-FF64-0466-2750-6B167798E1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6D2A05C9-8D73-7852-84FE-8370CC8307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26997505-DFA2-A13D-5075-6E214C7E7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1B20B1C-1BEF-EE18-28EA-B5E69F451B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E6F381A2-E234-F6DC-E8FD-C37543879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B7052229-A286-4D35-5913-EA45523739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D8DDFF32-A311-1720-D26D-456F27626D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BC5D860E-04C9-2F45-9422-D353233DF0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86ABAB2F-E088-4B1E-6410-3F1704AA86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7B7756CC-B26F-EBF4-42A6-0496DD163C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BB0F1099-7454-35C4-CEE4-51D9EC8773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C8C5A91C-FBD8-CB7A-0D84-44E30834D3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140F39F1-D509-1278-B4DD-71FD37EF11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54467E24-C982-BEFA-3D13-411AC1B7D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01D16D60-8FFA-1363-6C7F-DD77B57C83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4B8BC28D-C136-B952-8259-A953D33E5B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680C13BC-519A-BE2B-78B5-9C4DBC630A2B}"/>
                  </a:ext>
                </a:extLst>
              </p:cNvPr>
              <p:cNvGrpSpPr/>
              <p:nvPr/>
            </p:nvGrpSpPr>
            <p:grpSpPr>
              <a:xfrm rot="5400000">
                <a:off x="720089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6293BFEF-8557-B88E-CF78-5772A31D20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E24D3468-49C7-22AC-7C88-FBDE645582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2759DC04-3B89-A409-874B-6DD2FCA2B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BCA46647-6C15-9187-FA40-AB7870748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5AEB97EE-460D-9483-1458-91550A9C79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98988646-A45D-1662-E760-C5E9E38085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AD749DB6-C784-F28D-B770-145D06D3F5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9003CD92-879C-FFD6-B849-FF06159D00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B0A87079-8899-6584-B5C3-76CC44FC7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21084D0E-5880-691C-5DEE-B1EC64A4DC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40DCC219-B008-5902-C414-91DF559FC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4C1F4225-8406-9340-DC8F-66048B0AE5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30FACF4E-70BB-5BDC-E6E3-70BCD12711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70ED07D8-264D-537E-2ADD-CC744534D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52FA2405-AE7D-5633-F695-B50D7DD4B3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A52BCFAF-D5CB-D2CE-3AC5-0C3A22B4F6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710DE191-9FDC-9FFF-205A-752639AF7B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AE37F1A4-5373-1AB0-A086-911FA9DD5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295CF6FA-A098-6D22-585A-F2B278CB13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E25176FB-122E-4FBC-AA89-1DE6608BA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F862DBE7-6BDE-6A4E-C3F4-5D6E9BEDD0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41ADD75-891B-1D2E-C739-B5CC7EE86219}"/>
              </a:ext>
            </a:extLst>
          </p:cNvPr>
          <p:cNvGrpSpPr/>
          <p:nvPr/>
        </p:nvGrpSpPr>
        <p:grpSpPr>
          <a:xfrm rot="5400000">
            <a:off x="954416" y="1581628"/>
            <a:ext cx="4080510" cy="4080510"/>
            <a:chOff x="720090" y="1428750"/>
            <a:chExt cx="4789172" cy="4754880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F18B158-4B04-576E-C1FB-ED07EDC94150}"/>
                </a:ext>
              </a:extLst>
            </p:cNvPr>
            <p:cNvSpPr/>
            <p:nvPr/>
          </p:nvSpPr>
          <p:spPr>
            <a:xfrm>
              <a:off x="720090" y="1428750"/>
              <a:ext cx="4754880" cy="4754880"/>
            </a:xfrm>
            <a:prstGeom prst="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75ACEC6-2E94-E891-F979-8ECA94B410AC}"/>
                </a:ext>
              </a:extLst>
            </p:cNvPr>
            <p:cNvGrpSpPr/>
            <p:nvPr/>
          </p:nvGrpSpPr>
          <p:grpSpPr>
            <a:xfrm>
              <a:off x="754381" y="1428750"/>
              <a:ext cx="4754881" cy="4754880"/>
              <a:chOff x="720089" y="1428750"/>
              <a:chExt cx="4754881" cy="4754880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E04189FF-733D-7C5C-73C0-3CF2E3DE60C5}"/>
                  </a:ext>
                </a:extLst>
              </p:cNvPr>
              <p:cNvGrpSpPr/>
              <p:nvPr/>
            </p:nvGrpSpPr>
            <p:grpSpPr>
              <a:xfrm>
                <a:off x="720090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05B672AA-C033-FC72-CD76-E187D8D2FF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EB2E2288-5BAC-0213-B8FF-3910A5DC25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F8DB7C5-7228-C715-D600-E989DDFD4A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8F8F92DB-5C50-F00F-5850-1769D5C3E6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BC29B412-E35B-C223-D101-41AED3409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4FB2F062-8E8D-93AA-F68F-E4ABAFDAD2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3D54ADB-EECD-E844-A77D-F0327954C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DC4FAB0F-90A5-8E47-C85A-E558A9DE8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213925F-7BC0-E83F-C4F9-3ED4E152C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E03A92C2-0F8F-75E8-AD26-E841F5C411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019017B1-B5F2-9A02-A891-C0E48313E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A5041460-34CA-4C29-5E60-4386F058D6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8F2E846F-1E04-D83C-CFFB-D3715310F0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1D7B5E11-4464-A846-E30C-3E6A3E0D6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9314CF41-15E8-F07D-8814-F651E6AFEB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8B74C8AD-A10A-CD3A-CD21-6D2AAF077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48D248D9-93BD-C03C-2E53-8519E23E23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4BC585EF-DF73-9539-49C4-083291D43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5AAE47F-D165-9D61-69AE-1C460FA18D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F34AC4B5-34CC-B057-56CD-C3A2B3CAFA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BE2C689A-3ACB-3447-1C47-6DA61E4715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843AE19-0CC7-AB98-921A-27191E9D5BA2}"/>
                  </a:ext>
                </a:extLst>
              </p:cNvPr>
              <p:cNvGrpSpPr/>
              <p:nvPr/>
            </p:nvGrpSpPr>
            <p:grpSpPr>
              <a:xfrm rot="5400000">
                <a:off x="720089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5654BD1-0F9E-1856-09DD-6EEE4B609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97488E99-AA35-2310-B1E8-279DB88DBE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204559CC-22DA-776C-2AA6-DC460FD538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7F842ECB-5CE2-B792-CB28-F627388ED7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DAE18CF0-4270-FA0E-2694-3DAAE509A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BB45789C-C61D-61B0-240A-10588E3EA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18D6DA00-67EB-64A2-9AC4-9A908A831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DCE7037B-89F0-F6D6-9872-A7FD480CBC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E5B8E756-BC46-0A9F-C92A-1D8321695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50906F6C-894C-21A9-EC03-7ACDC558C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CF54C98D-6619-8122-3F8A-A4CC4BD24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B04E0EC2-215B-D6E7-FA47-A7B616159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2574CFF5-C5B6-0F09-55CC-146DF98BD2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94BFBA7C-2690-3476-EEEE-003F87DF9D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930696C-FE9A-210E-276C-BFCD85E9C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75E5D12C-D3B8-D136-1C54-67E2420FB7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A05CF16-9941-A42F-18CB-91E1C6F4A6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3A89D662-753B-E201-650A-5D77B1106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1D705698-21D8-94D7-7553-4889961DBF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6C1A1DE9-6EB8-5EE1-358A-D2754A7CE7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CE00BD7E-F318-DC4D-EF54-D4E4467B8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780D7BB-FC57-D731-0A5B-E572E59872FC}"/>
              </a:ext>
            </a:extLst>
          </p:cNvPr>
          <p:cNvGrpSpPr/>
          <p:nvPr/>
        </p:nvGrpSpPr>
        <p:grpSpPr>
          <a:xfrm rot="5400000">
            <a:off x="480060" y="2091691"/>
            <a:ext cx="4080510" cy="4080510"/>
            <a:chOff x="720090" y="1428750"/>
            <a:chExt cx="4789172" cy="47548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CC4EBE-8B3C-B00F-CC9A-F1097D959188}"/>
                </a:ext>
              </a:extLst>
            </p:cNvPr>
            <p:cNvSpPr/>
            <p:nvPr/>
          </p:nvSpPr>
          <p:spPr>
            <a:xfrm>
              <a:off x="720090" y="1428750"/>
              <a:ext cx="4754880" cy="4754880"/>
            </a:xfrm>
            <a:prstGeom prst="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D79E509-8B9B-8F61-5CA4-CAD5FD9B1DEB}"/>
                </a:ext>
              </a:extLst>
            </p:cNvPr>
            <p:cNvGrpSpPr/>
            <p:nvPr/>
          </p:nvGrpSpPr>
          <p:grpSpPr>
            <a:xfrm>
              <a:off x="754381" y="1428750"/>
              <a:ext cx="4754881" cy="4754880"/>
              <a:chOff x="720089" y="1428750"/>
              <a:chExt cx="4754881" cy="47548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53F5964-9003-38A0-438E-0229C96A7376}"/>
                  </a:ext>
                </a:extLst>
              </p:cNvPr>
              <p:cNvGrpSpPr/>
              <p:nvPr/>
            </p:nvGrpSpPr>
            <p:grpSpPr>
              <a:xfrm>
                <a:off x="720090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AE1AF2E7-8C3C-0578-65D1-1BEB416B3C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8C6DD30B-70D8-5AFB-7127-5FA6154F5C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6BD9EBB-307E-9156-DB6D-0D79256A14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4071385-0AC0-C5E9-2877-D25DE789A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9F6F2E2-83B5-CAA2-3600-F619A947A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9F5CC1D8-4B0A-EB0F-C33C-49753EC65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5F2253BD-E731-5090-CA15-9E00FE5C02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B1656CA-7B19-F125-8F68-5E3EA461CD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186A775-2EFF-A57B-4599-2159111BBB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9B47631-0F15-FFBB-3ACA-E391C8929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225BA7A-9DCA-748A-73B2-6F185C37C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528731F-B2FB-690B-90A5-47FC78AE4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32FFBE8-3494-E6EA-6D21-E7F1AC9E2D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C0ADAA6-2042-1E27-CDC3-3C15840744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9292AAE-80D3-FC0D-9742-99E33E98B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7F65548-899D-CAAA-764A-6574633DA6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1024279-A5D8-417A-DDC6-4F6360EAF3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2E69A80-F372-01AA-BFE7-F13782E7CF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B2899C8-7E8F-6F9A-5EDF-6D18DC1FF3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C5171D4-B931-6529-4541-20DF074DD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1DFCE6A-3836-1F19-8E17-D2E530208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D291279-C59F-D54F-FBCE-53711FED9F60}"/>
                  </a:ext>
                </a:extLst>
              </p:cNvPr>
              <p:cNvGrpSpPr/>
              <p:nvPr/>
            </p:nvGrpSpPr>
            <p:grpSpPr>
              <a:xfrm rot="5400000">
                <a:off x="720089" y="1428750"/>
                <a:ext cx="4754880" cy="4754880"/>
                <a:chOff x="720090" y="1428750"/>
                <a:chExt cx="4754880" cy="4754880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712ACF-17B7-2863-3071-73E55BB2E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09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29A7361-F158-2627-06E4-272B0223D9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3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FE348C0-193D-1E60-3C87-1CD4D3261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557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3E85DAC-E8C5-D635-3C39-8BBBCC432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32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2494252A-BD68-9E5C-2F8F-DC0EB2AB9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06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A46B743-7E7C-C7F0-648E-4B4E08904B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881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40EA114-6D7C-F5FC-B860-4B1FCD971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5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99B5D85-8C15-70EE-60A5-18D1D48010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429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FFB3BC9-2E7E-8ED4-8B6A-5FE4B7279A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204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C8156DC-815F-7261-4DCF-A731B7660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978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1DA1138-F5CC-B7E6-8C65-CF5687DA9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753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5925949C-A6CE-96EE-C28C-7AB108C32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527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36B028B-B239-2E6D-E42F-A06506897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01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385EE6-6D71-33D1-4D53-4E30BFBDD8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076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3BCF9F46-263B-3057-09CA-1BB392CAB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850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A3BC34B-F49B-6A78-A9D6-0AEAB83E65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625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A5A1865-33A7-C9CF-0172-7B7BB3ECF9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3994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37E60229-04C4-5829-72E0-DFC85520A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1738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3403443E-4AD7-1875-DC86-20A80E0D9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9482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DE4ABD8-5B49-5448-DBA3-C36FE3DDD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7226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0800172-8F2B-C8B0-C87C-E1665EB0AF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4970" y="1428750"/>
                  <a:ext cx="0" cy="475488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394D2B0F-014A-8F93-D2AD-4CFB404FA715}"/>
              </a:ext>
            </a:extLst>
          </p:cNvPr>
          <p:cNvCxnSpPr>
            <a:cxnSpLocks/>
          </p:cNvCxnSpPr>
          <p:nvPr/>
        </p:nvCxnSpPr>
        <p:spPr>
          <a:xfrm>
            <a:off x="5955030" y="2937511"/>
            <a:ext cx="970238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E9439789-3A82-845F-5520-B4AD04B6B831}"/>
                  </a:ext>
                </a:extLst>
              </p:cNvPr>
              <p:cNvSpPr txBox="1"/>
              <p:nvPr/>
            </p:nvSpPr>
            <p:spPr>
              <a:xfrm>
                <a:off x="7009466" y="3688998"/>
                <a:ext cx="763349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E9439789-3A82-845F-5520-B4AD04B6B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466" y="3688998"/>
                <a:ext cx="76334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E0673CC-21D3-B1A3-AFF7-D6C7A8A7BD43}"/>
                  </a:ext>
                </a:extLst>
              </p:cNvPr>
              <p:cNvSpPr txBox="1"/>
              <p:nvPr/>
            </p:nvSpPr>
            <p:spPr>
              <a:xfrm>
                <a:off x="9069814" y="5061215"/>
                <a:ext cx="341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E0673CC-21D3-B1A3-AFF7-D6C7A8A7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4" y="5061215"/>
                <a:ext cx="3418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128FB7B1-3893-1158-9B62-2C663F6D76F2}"/>
              </a:ext>
            </a:extLst>
          </p:cNvPr>
          <p:cNvGrpSpPr>
            <a:grpSpLocks noChangeAspect="1"/>
          </p:cNvGrpSpPr>
          <p:nvPr/>
        </p:nvGrpSpPr>
        <p:grpSpPr>
          <a:xfrm>
            <a:off x="7772815" y="1237735"/>
            <a:ext cx="3855906" cy="3833853"/>
            <a:chOff x="7546694" y="991078"/>
            <a:chExt cx="4268277" cy="4243866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4FDD4B0E-256C-B211-992B-5535CEF9347A}"/>
                </a:ext>
              </a:extLst>
            </p:cNvPr>
            <p:cNvCxnSpPr>
              <a:cxnSpLocks/>
            </p:cNvCxnSpPr>
            <p:nvPr/>
          </p:nvCxnSpPr>
          <p:spPr>
            <a:xfrm>
              <a:off x="7571108" y="991078"/>
              <a:ext cx="0" cy="424386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B171BF48-11E1-A01C-5815-4020B65A2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6694" y="5234942"/>
              <a:ext cx="4268277" cy="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5FE0AF34-65D6-79E9-D770-E5AB90A2386E}"/>
                </a:ext>
              </a:extLst>
            </p:cNvPr>
            <p:cNvGrpSpPr/>
            <p:nvPr/>
          </p:nvGrpSpPr>
          <p:grpSpPr>
            <a:xfrm>
              <a:off x="8083314" y="1471831"/>
              <a:ext cx="3219450" cy="3406143"/>
              <a:chOff x="7898130" y="1885950"/>
              <a:chExt cx="3219450" cy="3406143"/>
            </a:xfrm>
          </p:grpSpPr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6E66ED55-0BA5-3542-8DE2-B58AF5F071CE}"/>
                  </a:ext>
                </a:extLst>
              </p:cNvPr>
              <p:cNvSpPr/>
              <p:nvPr/>
            </p:nvSpPr>
            <p:spPr>
              <a:xfrm>
                <a:off x="7898130" y="188595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697CC5B6-5BB1-21FD-27D2-2A5F7827B0B1}"/>
                  </a:ext>
                </a:extLst>
              </p:cNvPr>
              <p:cNvSpPr/>
              <p:nvPr/>
            </p:nvSpPr>
            <p:spPr>
              <a:xfrm>
                <a:off x="8029892" y="270891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ECCDD9B1-A01C-8012-E3F3-C04F9215D733}"/>
                  </a:ext>
                </a:extLst>
              </p:cNvPr>
              <p:cNvSpPr/>
              <p:nvPr/>
            </p:nvSpPr>
            <p:spPr>
              <a:xfrm>
                <a:off x="8530590" y="209931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69003D9-8395-5345-FA4C-187D31094A8C}"/>
                  </a:ext>
                </a:extLst>
              </p:cNvPr>
              <p:cNvSpPr/>
              <p:nvPr/>
            </p:nvSpPr>
            <p:spPr>
              <a:xfrm rot="1902122">
                <a:off x="8388032" y="269748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7B1E0AB6-C689-6783-3049-1118944FB3D2}"/>
                  </a:ext>
                </a:extLst>
              </p:cNvPr>
              <p:cNvSpPr/>
              <p:nvPr/>
            </p:nvSpPr>
            <p:spPr>
              <a:xfrm>
                <a:off x="8235632" y="350901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B20D48C2-D47C-D6BB-7B14-A4D2AA3C6DFF}"/>
                  </a:ext>
                </a:extLst>
              </p:cNvPr>
              <p:cNvSpPr/>
              <p:nvPr/>
            </p:nvSpPr>
            <p:spPr>
              <a:xfrm>
                <a:off x="8509952" y="308229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53E0C59A-1EF6-C028-672E-79F1363192D7}"/>
                  </a:ext>
                </a:extLst>
              </p:cNvPr>
              <p:cNvSpPr/>
              <p:nvPr/>
            </p:nvSpPr>
            <p:spPr>
              <a:xfrm>
                <a:off x="8307066" y="407289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58DE2D9F-0766-DF92-F13F-A6C1F399DF7A}"/>
                  </a:ext>
                </a:extLst>
              </p:cNvPr>
              <p:cNvSpPr/>
              <p:nvPr/>
            </p:nvSpPr>
            <p:spPr>
              <a:xfrm>
                <a:off x="8598535" y="395097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BDC0C49-6AF8-932C-AA2D-9655443F023A}"/>
                  </a:ext>
                </a:extLst>
              </p:cNvPr>
              <p:cNvSpPr/>
              <p:nvPr/>
            </p:nvSpPr>
            <p:spPr>
              <a:xfrm>
                <a:off x="8352786" y="436245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01D7DEEB-4A0C-A4A8-259A-24E97DA08900}"/>
                  </a:ext>
                </a:extLst>
              </p:cNvPr>
              <p:cNvSpPr/>
              <p:nvPr/>
            </p:nvSpPr>
            <p:spPr>
              <a:xfrm>
                <a:off x="8766571" y="436245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EC404FE2-2C78-A2CF-D936-4D3EEA097F88}"/>
                  </a:ext>
                </a:extLst>
              </p:cNvPr>
              <p:cNvSpPr/>
              <p:nvPr/>
            </p:nvSpPr>
            <p:spPr>
              <a:xfrm>
                <a:off x="9280525" y="372999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C98B7054-8FDB-A56A-3B49-3470EE2C181C}"/>
                  </a:ext>
                </a:extLst>
              </p:cNvPr>
              <p:cNvSpPr/>
              <p:nvPr/>
            </p:nvSpPr>
            <p:spPr>
              <a:xfrm>
                <a:off x="9558655" y="416290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D7F32B22-30CC-33B4-CA18-B306A6ED06CB}"/>
                  </a:ext>
                </a:extLst>
              </p:cNvPr>
              <p:cNvSpPr/>
              <p:nvPr/>
            </p:nvSpPr>
            <p:spPr>
              <a:xfrm>
                <a:off x="9257665" y="449961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E5188646-5577-4532-EB4F-29B1B7D18C84}"/>
                  </a:ext>
                </a:extLst>
              </p:cNvPr>
              <p:cNvSpPr/>
              <p:nvPr/>
            </p:nvSpPr>
            <p:spPr>
              <a:xfrm>
                <a:off x="9897745" y="471868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5AAF63C0-8A68-C7C4-3B7F-7A129E78BB9F}"/>
                  </a:ext>
                </a:extLst>
              </p:cNvPr>
              <p:cNvSpPr/>
              <p:nvPr/>
            </p:nvSpPr>
            <p:spPr>
              <a:xfrm>
                <a:off x="9257665" y="515302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9B9756F-AFD1-999F-5F86-26D8B8352CCF}"/>
                  </a:ext>
                </a:extLst>
              </p:cNvPr>
              <p:cNvSpPr/>
              <p:nvPr/>
            </p:nvSpPr>
            <p:spPr>
              <a:xfrm>
                <a:off x="9711055" y="524637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F97DB74B-32CB-52B3-669D-B93F9E8CFCCB}"/>
                  </a:ext>
                </a:extLst>
              </p:cNvPr>
              <p:cNvSpPr/>
              <p:nvPr/>
            </p:nvSpPr>
            <p:spPr>
              <a:xfrm>
                <a:off x="10484485" y="504634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436D9A83-B423-4D5D-D64A-55CC695AEB37}"/>
                  </a:ext>
                </a:extLst>
              </p:cNvPr>
              <p:cNvSpPr/>
              <p:nvPr/>
            </p:nvSpPr>
            <p:spPr>
              <a:xfrm>
                <a:off x="11071860" y="447865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3DDFBC14-B0F4-4FE3-F064-0C54100E240D}"/>
                </a:ext>
              </a:extLst>
            </p:cNvPr>
            <p:cNvSpPr/>
            <p:nvPr/>
          </p:nvSpPr>
          <p:spPr>
            <a:xfrm>
              <a:off x="7860033" y="1040128"/>
              <a:ext cx="3851907" cy="3589017"/>
            </a:xfrm>
            <a:custGeom>
              <a:avLst/>
              <a:gdLst>
                <a:gd name="csX0" fmla="*/ 0 w 3714750"/>
                <a:gd name="csY0" fmla="*/ 0 h 3006090"/>
                <a:gd name="csX1" fmla="*/ 1131570 w 3714750"/>
                <a:gd name="csY1" fmla="*/ 2423160 h 3006090"/>
                <a:gd name="csX2" fmla="*/ 3714750 w 3714750"/>
                <a:gd name="csY2" fmla="*/ 3006090 h 3006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14750" h="3006090">
                  <a:moveTo>
                    <a:pt x="0" y="0"/>
                  </a:moveTo>
                  <a:cubicBezTo>
                    <a:pt x="256222" y="961072"/>
                    <a:pt x="512445" y="1922145"/>
                    <a:pt x="1131570" y="2423160"/>
                  </a:cubicBezTo>
                  <a:cubicBezTo>
                    <a:pt x="1750695" y="2924175"/>
                    <a:pt x="2732722" y="2965132"/>
                    <a:pt x="3714750" y="3006090"/>
                  </a:cubicBezTo>
                </a:path>
              </a:pathLst>
            </a:cu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706A948A-B494-9201-831B-12C8940E5AD0}"/>
                </a:ext>
              </a:extLst>
            </p:cNvPr>
            <p:cNvCxnSpPr>
              <a:cxnSpLocks/>
            </p:cNvCxnSpPr>
            <p:nvPr/>
          </p:nvCxnSpPr>
          <p:spPr>
            <a:xfrm>
              <a:off x="7571107" y="4064538"/>
              <a:ext cx="160052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3FEC1195-2D43-3B08-A251-83A41FC3F0B5}"/>
                </a:ext>
              </a:extLst>
            </p:cNvPr>
            <p:cNvCxnSpPr>
              <a:cxnSpLocks/>
            </p:cNvCxnSpPr>
            <p:nvPr/>
          </p:nvCxnSpPr>
          <p:spPr>
            <a:xfrm>
              <a:off x="9171627" y="4063305"/>
              <a:ext cx="0" cy="117163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FCBB1A3D-7D7C-3760-A0C4-0E60CEA27F86}"/>
                </a:ext>
              </a:extLst>
            </p:cNvPr>
            <p:cNvCxnSpPr>
              <a:cxnSpLocks/>
            </p:cNvCxnSpPr>
            <p:nvPr/>
          </p:nvCxnSpPr>
          <p:spPr>
            <a:xfrm>
              <a:off x="7590992" y="4684789"/>
              <a:ext cx="417358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41A6C9DA-3570-9FCE-CF67-28CABE906659}"/>
                  </a:ext>
                </a:extLst>
              </p:cNvPr>
              <p:cNvSpPr txBox="1"/>
              <p:nvPr/>
            </p:nvSpPr>
            <p:spPr>
              <a:xfrm>
                <a:off x="7175218" y="4343530"/>
                <a:ext cx="628634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41A6C9DA-3570-9FCE-CF67-28CABE906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218" y="4343530"/>
                <a:ext cx="628634" cy="391582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TextBox 287">
            <a:extLst>
              <a:ext uri="{FF2B5EF4-FFF2-40B4-BE49-F238E27FC236}">
                <a16:creationId xmlns:a16="http://schemas.microsoft.com/office/drawing/2014/main" id="{F8858F98-5320-2923-D56D-746689ADD483}"/>
              </a:ext>
            </a:extLst>
          </p:cNvPr>
          <p:cNvSpPr txBox="1"/>
          <p:nvPr/>
        </p:nvSpPr>
        <p:spPr>
          <a:xfrm>
            <a:off x="9485777" y="5145062"/>
            <a:ext cx="2001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Temporal baseline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40E74449-1968-9A3F-FF6E-0B2371450A30}"/>
              </a:ext>
            </a:extLst>
          </p:cNvPr>
          <p:cNvSpPr txBox="1"/>
          <p:nvPr/>
        </p:nvSpPr>
        <p:spPr>
          <a:xfrm rot="16200000">
            <a:off x="6866353" y="2127912"/>
            <a:ext cx="128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Coherence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EB5795F9-5B00-8D24-4D21-4E3FF6B77C47}"/>
              </a:ext>
            </a:extLst>
          </p:cNvPr>
          <p:cNvSpPr/>
          <p:nvPr/>
        </p:nvSpPr>
        <p:spPr>
          <a:xfrm>
            <a:off x="2520315" y="2326704"/>
            <a:ext cx="203702" cy="19822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561C0EA-9B29-BF0F-A2A0-84C590FA1BCA}"/>
              </a:ext>
            </a:extLst>
          </p:cNvPr>
          <p:cNvSpPr/>
          <p:nvPr/>
        </p:nvSpPr>
        <p:spPr>
          <a:xfrm>
            <a:off x="3195704" y="1814302"/>
            <a:ext cx="203702" cy="19822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935E13BB-3C17-C91E-A97D-AF0BCB9D2EB3}"/>
              </a:ext>
            </a:extLst>
          </p:cNvPr>
          <p:cNvSpPr/>
          <p:nvPr/>
        </p:nvSpPr>
        <p:spPr>
          <a:xfrm>
            <a:off x="3763740" y="1225080"/>
            <a:ext cx="203702" cy="19822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0825495-F47D-159E-3544-864D1B333A8C}"/>
              </a:ext>
            </a:extLst>
          </p:cNvPr>
          <p:cNvSpPr txBox="1"/>
          <p:nvPr/>
        </p:nvSpPr>
        <p:spPr>
          <a:xfrm>
            <a:off x="1854432" y="6222144"/>
            <a:ext cx="308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Coherence of interferogram 1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A520469-9310-6485-C9EC-B48ABFD5FFF3}"/>
              </a:ext>
            </a:extLst>
          </p:cNvPr>
          <p:cNvSpPr txBox="1"/>
          <p:nvPr/>
        </p:nvSpPr>
        <p:spPr>
          <a:xfrm>
            <a:off x="4631798" y="5712081"/>
            <a:ext cx="74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Intf</a:t>
            </a:r>
            <a:r>
              <a:rPr lang="en-US" dirty="0"/>
              <a:t>. 2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2BF99431-CB04-1B86-A7CA-D5F5FF9008C3}"/>
              </a:ext>
            </a:extLst>
          </p:cNvPr>
          <p:cNvSpPr txBox="1"/>
          <p:nvPr/>
        </p:nvSpPr>
        <p:spPr>
          <a:xfrm>
            <a:off x="5138635" y="5121531"/>
            <a:ext cx="74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Intf</a:t>
            </a:r>
            <a:r>
              <a:rPr lang="en-US" dirty="0"/>
              <a:t>. 3</a:t>
            </a:r>
          </a:p>
        </p:txBody>
      </p:sp>
    </p:spTree>
    <p:extLst>
      <p:ext uri="{BB962C8B-B14F-4D97-AF65-F5344CB8AC3E}">
        <p14:creationId xmlns:p14="http://schemas.microsoft.com/office/powerpoint/2010/main" val="52602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25CA-03B5-3F68-AC58-E5DDB81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3D1C2-2B72-35D4-9DEF-D778AB4F9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daho Region Map Stock Illustrations – 1,602 Idaho Region Map Stock  Illustrations, Vectors &amp; Clipart - Dreamstime">
            <a:extLst>
              <a:ext uri="{FF2B5EF4-FFF2-40B4-BE49-F238E27FC236}">
                <a16:creationId xmlns:a16="http://schemas.microsoft.com/office/drawing/2014/main" id="{0FE2241A-9970-A3CE-2AE6-98CAC2306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0"/>
            <a:ext cx="4800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E12221-C379-16F7-346F-D1A5149C30D8}"/>
              </a:ext>
            </a:extLst>
          </p:cNvPr>
          <p:cNvSpPr/>
          <p:nvPr/>
        </p:nvSpPr>
        <p:spPr>
          <a:xfrm>
            <a:off x="6400800" y="365125"/>
            <a:ext cx="1648918" cy="1733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DF287-D60E-C6B2-7FBA-E4B3CC639D24}"/>
              </a:ext>
            </a:extLst>
          </p:cNvPr>
          <p:cNvSpPr/>
          <p:nvPr/>
        </p:nvSpPr>
        <p:spPr>
          <a:xfrm>
            <a:off x="6400800" y="1996360"/>
            <a:ext cx="1648918" cy="1733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61D56F-B742-8982-1311-B33E437E033F}"/>
              </a:ext>
            </a:extLst>
          </p:cNvPr>
          <p:cNvSpPr/>
          <p:nvPr/>
        </p:nvSpPr>
        <p:spPr>
          <a:xfrm rot="20258829">
            <a:off x="5110619" y="2863109"/>
            <a:ext cx="780790" cy="1733498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0D8CDD-DAC7-8F91-D552-299DBD78CBD8}"/>
              </a:ext>
            </a:extLst>
          </p:cNvPr>
          <p:cNvSpPr/>
          <p:nvPr/>
        </p:nvSpPr>
        <p:spPr>
          <a:xfrm>
            <a:off x="4382210" y="4497780"/>
            <a:ext cx="2119999" cy="991198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>
            <a:extLst>
              <a:ext uri="{FF2B5EF4-FFF2-40B4-BE49-F238E27FC236}">
                <a16:creationId xmlns:a16="http://schemas.microsoft.com/office/drawing/2014/main" id="{53FAE0BC-5CB7-F786-EE6D-07BB19230322}"/>
              </a:ext>
            </a:extLst>
          </p:cNvPr>
          <p:cNvSpPr/>
          <p:nvPr/>
        </p:nvSpPr>
        <p:spPr>
          <a:xfrm>
            <a:off x="4622430" y="5060515"/>
            <a:ext cx="300300" cy="26304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64EF7-848E-B1B7-C338-97BFB81D3AAB}"/>
              </a:ext>
            </a:extLst>
          </p:cNvPr>
          <p:cNvSpPr txBox="1"/>
          <p:nvPr/>
        </p:nvSpPr>
        <p:spPr>
          <a:xfrm>
            <a:off x="4622430" y="5323561"/>
            <a:ext cx="111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Boise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BF736-9A7C-DB0F-CFD2-DAA22F616F04}"/>
              </a:ext>
            </a:extLst>
          </p:cNvPr>
          <p:cNvSpPr/>
          <p:nvPr/>
        </p:nvSpPr>
        <p:spPr>
          <a:xfrm rot="2873720">
            <a:off x="5038999" y="4920993"/>
            <a:ext cx="82222" cy="149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land with a red rectangle and blue rectangle&#10;&#10;AI-generated content may be incorrect.">
            <a:extLst>
              <a:ext uri="{FF2B5EF4-FFF2-40B4-BE49-F238E27FC236}">
                <a16:creationId xmlns:a16="http://schemas.microsoft.com/office/drawing/2014/main" id="{A5308BFE-BC52-2729-B9EC-949ED80CA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261" y="0"/>
            <a:ext cx="9411478" cy="6870381"/>
          </a:xfrm>
        </p:spPr>
      </p:pic>
      <p:pic>
        <p:nvPicPr>
          <p:cNvPr id="7" name="Picture 6" descr="A map of idaho with yellow stars and red squares&#10;&#10;AI-generated content may be incorrect.">
            <a:extLst>
              <a:ext uri="{FF2B5EF4-FFF2-40B4-BE49-F238E27FC236}">
                <a16:creationId xmlns:a16="http://schemas.microsoft.com/office/drawing/2014/main" id="{BD693B91-33B3-5A0F-96D4-76774455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783" y="3036030"/>
            <a:ext cx="1903546" cy="29563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333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20</Words>
  <Application>Microsoft Macintosh PowerPoint</Application>
  <PresentationFormat>Widescreen</PresentationFormat>
  <Paragraphs>10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Lober</dc:creator>
  <cp:lastModifiedBy>Julia Lober</cp:lastModifiedBy>
  <cp:revision>1</cp:revision>
  <dcterms:created xsi:type="dcterms:W3CDTF">2025-12-10T00:15:55Z</dcterms:created>
  <dcterms:modified xsi:type="dcterms:W3CDTF">2025-12-11T17:48:35Z</dcterms:modified>
</cp:coreProperties>
</file>